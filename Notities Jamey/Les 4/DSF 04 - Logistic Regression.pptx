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8235" autoAdjust="0"/>
  </p:normalViewPr>
  <p:slideViewPr>
    <p:cSldViewPr>
      <p:cViewPr varScale="1">
        <p:scale>
          <a:sx n="39" d="100"/>
          <a:sy n="39" d="100"/>
        </p:scale>
        <p:origin x="2357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970FD-F52C-4FFF-8AE3-8A0F037CCB8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04E86-F7AD-4097-90BB-004724D4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12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Logistic</a:t>
            </a:r>
            <a:r>
              <a:rPr lang="nl-BE" dirty="0"/>
              <a:t> </a:t>
            </a:r>
            <a:r>
              <a:rPr lang="nl-BE" dirty="0" err="1"/>
              <a:t>regression</a:t>
            </a:r>
            <a:r>
              <a:rPr lang="nl-BE" dirty="0"/>
              <a:t> is ALWAYS </a:t>
            </a:r>
            <a:r>
              <a:rPr lang="nl-BE" dirty="0" err="1"/>
              <a:t>this</a:t>
            </a:r>
            <a:r>
              <a:rPr lang="nl-BE" dirty="0"/>
              <a:t> S-</a:t>
            </a:r>
            <a:r>
              <a:rPr lang="nl-BE" dirty="0" err="1"/>
              <a:t>shape</a:t>
            </a:r>
            <a:r>
              <a:rPr lang="nl-BE" dirty="0"/>
              <a:t>!</a:t>
            </a:r>
          </a:p>
          <a:p>
            <a:r>
              <a:rPr lang="nl-BE" dirty="0"/>
              <a:t>It’s </a:t>
            </a:r>
            <a:r>
              <a:rPr lang="nl-BE" dirty="0" err="1"/>
              <a:t>always</a:t>
            </a:r>
            <a:r>
              <a:rPr lang="nl-BE" dirty="0"/>
              <a:t> a </a:t>
            </a:r>
            <a:r>
              <a:rPr lang="nl-BE" dirty="0" err="1"/>
              <a:t>value</a:t>
            </a:r>
            <a:r>
              <a:rPr lang="nl-BE" dirty="0"/>
              <a:t> </a:t>
            </a:r>
            <a:r>
              <a:rPr lang="nl-BE" dirty="0" err="1"/>
              <a:t>between</a:t>
            </a:r>
            <a:r>
              <a:rPr lang="nl-BE" dirty="0"/>
              <a:t> 0 </a:t>
            </a:r>
            <a:r>
              <a:rPr lang="nl-BE" dirty="0" err="1"/>
              <a:t>and</a:t>
            </a:r>
            <a:r>
              <a:rPr lang="nl-BE" dirty="0"/>
              <a:t> 1. </a:t>
            </a:r>
            <a:r>
              <a:rPr lang="nl-BE" dirty="0" err="1"/>
              <a:t>Why</a:t>
            </a:r>
            <a:r>
              <a:rPr lang="nl-BE" dirty="0"/>
              <a:t> </a:t>
            </a:r>
            <a:r>
              <a:rPr lang="nl-BE" dirty="0" err="1"/>
              <a:t>would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usefull</a:t>
            </a:r>
            <a:r>
              <a:rPr lang="nl-BE" dirty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4E86-F7AD-4097-90BB-004724D4389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60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Because</a:t>
            </a:r>
            <a:r>
              <a:rPr lang="nl-BE" dirty="0"/>
              <a:t> we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regression</a:t>
            </a:r>
            <a:r>
              <a:rPr lang="nl-BE" dirty="0"/>
              <a:t> as a </a:t>
            </a:r>
            <a:r>
              <a:rPr lang="nl-BE" dirty="0" err="1"/>
              <a:t>sort</a:t>
            </a:r>
            <a:r>
              <a:rPr lang="nl-BE" dirty="0"/>
              <a:t> of </a:t>
            </a:r>
            <a:r>
              <a:rPr lang="nl-BE" dirty="0" err="1"/>
              <a:t>classification</a:t>
            </a:r>
            <a:r>
              <a:rPr lang="nl-BE" dirty="0"/>
              <a:t> model!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nl-BE" dirty="0"/>
              <a:t>A </a:t>
            </a:r>
            <a:r>
              <a:rPr lang="nl-BE" dirty="0" err="1"/>
              <a:t>certain</a:t>
            </a:r>
            <a:r>
              <a:rPr lang="nl-BE" dirty="0"/>
              <a:t> </a:t>
            </a:r>
            <a:r>
              <a:rPr lang="nl-BE" dirty="0" err="1"/>
              <a:t>threshold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</a:t>
            </a:r>
            <a:r>
              <a:rPr lang="nl-BE" dirty="0" err="1"/>
              <a:t>determines</a:t>
            </a:r>
            <a:r>
              <a:rPr lang="nl-BE" dirty="0"/>
              <a:t> </a:t>
            </a:r>
            <a:r>
              <a:rPr lang="nl-BE" dirty="0" err="1"/>
              <a:t>whether</a:t>
            </a:r>
            <a:r>
              <a:rPr lang="nl-BE" dirty="0"/>
              <a:t> a </a:t>
            </a:r>
            <a:r>
              <a:rPr lang="nl-BE" dirty="0" err="1"/>
              <a:t>value</a:t>
            </a:r>
            <a:r>
              <a:rPr lang="nl-BE" dirty="0"/>
              <a:t> is </a:t>
            </a:r>
            <a:r>
              <a:rPr lang="nl-BE" dirty="0" err="1"/>
              <a:t>either</a:t>
            </a:r>
            <a:r>
              <a:rPr lang="nl-BE" dirty="0"/>
              <a:t> A or B.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nl-BE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nl-BE" dirty="0"/>
              <a:t>The </a:t>
            </a:r>
            <a:r>
              <a:rPr lang="nl-BE" dirty="0" err="1"/>
              <a:t>main</a:t>
            </a:r>
            <a:r>
              <a:rPr lang="nl-BE" dirty="0"/>
              <a:t> advantage </a:t>
            </a:r>
            <a:r>
              <a:rPr lang="nl-BE" dirty="0" err="1"/>
              <a:t>thus</a:t>
            </a:r>
            <a:r>
              <a:rPr lang="nl-BE" dirty="0"/>
              <a:t> </a:t>
            </a:r>
            <a:r>
              <a:rPr lang="nl-BE" dirty="0" err="1"/>
              <a:t>being</a:t>
            </a:r>
            <a:r>
              <a:rPr lang="nl-BE" dirty="0"/>
              <a:t>: </a:t>
            </a:r>
            <a:r>
              <a:rPr lang="nl-BE" dirty="0" err="1"/>
              <a:t>classification</a:t>
            </a:r>
            <a:r>
              <a:rPr lang="nl-BE" dirty="0"/>
              <a:t> model!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4E86-F7AD-4097-90BB-004724D4389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0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This</a:t>
            </a:r>
            <a:r>
              <a:rPr lang="nl-BE" dirty="0"/>
              <a:t> is </a:t>
            </a:r>
            <a:r>
              <a:rPr lang="nl-BE" dirty="0" err="1"/>
              <a:t>binary</a:t>
            </a:r>
            <a:r>
              <a:rPr lang="nl-BE" dirty="0"/>
              <a:t> </a:t>
            </a:r>
            <a:r>
              <a:rPr lang="nl-BE" dirty="0" err="1"/>
              <a:t>classification</a:t>
            </a:r>
            <a:r>
              <a:rPr lang="nl-BE" dirty="0"/>
              <a:t>: </a:t>
            </a:r>
            <a:r>
              <a:rPr lang="nl-BE" dirty="0" err="1"/>
              <a:t>it’s</a:t>
            </a:r>
            <a:r>
              <a:rPr lang="nl-BE" dirty="0"/>
              <a:t> </a:t>
            </a:r>
            <a:r>
              <a:rPr lang="nl-BE" dirty="0" err="1"/>
              <a:t>either</a:t>
            </a:r>
            <a:r>
              <a:rPr lang="nl-BE" dirty="0"/>
              <a:t> A or B, 0 or 1. </a:t>
            </a:r>
            <a:r>
              <a:rPr lang="nl-BE" dirty="0" err="1"/>
              <a:t>Nothing</a:t>
            </a:r>
            <a:r>
              <a:rPr lang="nl-BE" dirty="0"/>
              <a:t> in </a:t>
            </a:r>
            <a:r>
              <a:rPr lang="nl-BE" dirty="0" err="1"/>
              <a:t>between</a:t>
            </a:r>
            <a:r>
              <a:rPr lang="nl-BE" dirty="0"/>
              <a:t>, no 0,5 or 0,1 or </a:t>
            </a:r>
            <a:r>
              <a:rPr lang="nl-BE" dirty="0" err="1"/>
              <a:t>anything</a:t>
            </a:r>
            <a:r>
              <a:rPr lang="nl-BE" dirty="0"/>
              <a:t>: </a:t>
            </a:r>
            <a:r>
              <a:rPr lang="nl-BE" dirty="0" err="1"/>
              <a:t>you</a:t>
            </a:r>
            <a:r>
              <a:rPr lang="nl-BE" dirty="0"/>
              <a:t> are </a:t>
            </a:r>
            <a:r>
              <a:rPr lang="nl-BE" dirty="0" err="1"/>
              <a:t>either</a:t>
            </a:r>
            <a:r>
              <a:rPr lang="nl-BE" dirty="0"/>
              <a:t> A or B. </a:t>
            </a:r>
            <a:r>
              <a:rPr lang="nl-BE" dirty="0" err="1"/>
              <a:t>You</a:t>
            </a:r>
            <a:r>
              <a:rPr lang="nl-BE" dirty="0"/>
              <a:t> have </a:t>
            </a:r>
            <a:r>
              <a:rPr lang="nl-BE" dirty="0" err="1"/>
              <a:t>cancer</a:t>
            </a:r>
            <a:r>
              <a:rPr lang="nl-BE" dirty="0"/>
              <a:t> or </a:t>
            </a:r>
            <a:r>
              <a:rPr lang="nl-BE" dirty="0" err="1"/>
              <a:t>not</a:t>
            </a:r>
            <a:r>
              <a:rPr lang="nl-BE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4E86-F7AD-4097-90BB-004724D4389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88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classification</a:t>
            </a:r>
            <a:r>
              <a:rPr lang="nl-BE" dirty="0"/>
              <a:t> is </a:t>
            </a:r>
            <a:r>
              <a:rPr lang="nl-BE" dirty="0" err="1"/>
              <a:t>supervised</a:t>
            </a:r>
            <a:r>
              <a:rPr lang="nl-BE" dirty="0"/>
              <a:t> </a:t>
            </a:r>
            <a:r>
              <a:rPr lang="nl-BE" dirty="0" err="1"/>
              <a:t>because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always</a:t>
            </a:r>
            <a:r>
              <a:rPr lang="nl-BE" dirty="0"/>
              <a:t> </a:t>
            </a:r>
            <a:r>
              <a:rPr lang="nl-BE" dirty="0" err="1"/>
              <a:t>know</a:t>
            </a:r>
            <a:r>
              <a:rPr lang="nl-BE" dirty="0"/>
              <a:t> </a:t>
            </a:r>
            <a:r>
              <a:rPr lang="nl-BE" dirty="0" err="1"/>
              <a:t>which</a:t>
            </a:r>
            <a:r>
              <a:rPr lang="nl-BE" dirty="0"/>
              <a:t> of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possible</a:t>
            </a:r>
            <a:r>
              <a:rPr lang="nl-BE" dirty="0"/>
              <a:t> labels </a:t>
            </a:r>
            <a:r>
              <a:rPr lang="nl-BE" dirty="0" err="1"/>
              <a:t>will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an</a:t>
            </a:r>
            <a:r>
              <a:rPr lang="nl-BE" dirty="0"/>
              <a:t> output.</a:t>
            </a:r>
          </a:p>
          <a:p>
            <a:endParaRPr lang="en-US" dirty="0"/>
          </a:p>
          <a:p>
            <a:r>
              <a:rPr lang="en-US" dirty="0"/>
              <a:t>MSE can not be applied to classification models: you either are right or wrong. MSE tries to measure how wrong you are, but that doesn’t make sense here: you either are wrong or you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4E86-F7AD-4097-90BB-004724D4389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32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BEHOLD! THE CONFUSION MATRIX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4E86-F7AD-4097-90BB-004724D4389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50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4E86-F7AD-4097-90BB-004724D4389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83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Same </a:t>
            </a:r>
            <a:r>
              <a:rPr lang="nl-BE" dirty="0" err="1"/>
              <a:t>scale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R2:</a:t>
            </a:r>
          </a:p>
          <a:p>
            <a:r>
              <a:rPr lang="nl-BE" dirty="0" err="1"/>
              <a:t>Anything</a:t>
            </a:r>
            <a:r>
              <a:rPr lang="nl-BE" dirty="0"/>
              <a:t> below 0,5 is no </a:t>
            </a:r>
            <a:r>
              <a:rPr lang="nl-BE" dirty="0" err="1"/>
              <a:t>good</a:t>
            </a:r>
            <a:r>
              <a:rPr lang="nl-BE" dirty="0"/>
              <a:t>.</a:t>
            </a:r>
          </a:p>
          <a:p>
            <a:r>
              <a:rPr lang="nl-BE" dirty="0"/>
              <a:t>0,5 is </a:t>
            </a:r>
            <a:r>
              <a:rPr lang="nl-BE" dirty="0" err="1"/>
              <a:t>meh</a:t>
            </a:r>
            <a:endParaRPr lang="nl-BE" dirty="0"/>
          </a:p>
          <a:p>
            <a:r>
              <a:rPr lang="nl-BE" dirty="0" err="1"/>
              <a:t>Above</a:t>
            </a:r>
            <a:r>
              <a:rPr lang="nl-BE" dirty="0"/>
              <a:t> 0,5 is </a:t>
            </a:r>
            <a:r>
              <a:rPr lang="nl-BE" dirty="0" err="1"/>
              <a:t>usable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amazing</a:t>
            </a:r>
            <a:endParaRPr lang="nl-BE" dirty="0"/>
          </a:p>
          <a:p>
            <a:endParaRPr lang="nl-BE" dirty="0"/>
          </a:p>
          <a:p>
            <a:r>
              <a:rPr lang="en-US" dirty="0"/>
              <a:t>FORMULE MOET JE KENNEN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4E86-F7AD-4097-90BB-004724D4389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6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FORMULE MOET JE KENNEN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4E86-F7AD-4097-90BB-004724D4389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50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FORMULE MOET JE KENNEN VOOR EXAMEN!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4E86-F7AD-4097-90BB-004724D4389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54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Formule moet je kennen.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4E86-F7AD-4097-90BB-004724D4389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36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Formule moet je </a:t>
            </a:r>
            <a:r>
              <a:rPr lang="nl-BE" dirty="0" err="1"/>
              <a:t>kennennnn</a:t>
            </a:r>
            <a:r>
              <a:rPr lang="nl-BE" dirty="0"/>
              <a:t>!</a:t>
            </a:r>
          </a:p>
          <a:p>
            <a:endParaRPr lang="nl-BE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4E86-F7AD-4097-90BB-004724D4389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02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3326" y="2834334"/>
            <a:ext cx="9471025" cy="1753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96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8305" y="6223"/>
            <a:ext cx="2890266" cy="684554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389115" y="74561"/>
            <a:ext cx="2597785" cy="6591300"/>
          </a:xfrm>
          <a:custGeom>
            <a:avLst/>
            <a:gdLst/>
            <a:ahLst/>
            <a:cxnLst/>
            <a:rect l="l" t="t" r="r" b="b"/>
            <a:pathLst>
              <a:path w="2597784" h="6591300">
                <a:moveTo>
                  <a:pt x="2597277" y="6311900"/>
                </a:moveTo>
                <a:lnTo>
                  <a:pt x="2224024" y="6311900"/>
                </a:lnTo>
                <a:lnTo>
                  <a:pt x="2224024" y="6451600"/>
                </a:lnTo>
                <a:lnTo>
                  <a:pt x="2366772" y="6451600"/>
                </a:lnTo>
                <a:lnTo>
                  <a:pt x="2366772" y="6591300"/>
                </a:lnTo>
                <a:lnTo>
                  <a:pt x="2597277" y="6591300"/>
                </a:lnTo>
                <a:lnTo>
                  <a:pt x="2597277" y="6311900"/>
                </a:lnTo>
                <a:close/>
              </a:path>
              <a:path w="2597784" h="6591300">
                <a:moveTo>
                  <a:pt x="2366772" y="5740400"/>
                </a:moveTo>
                <a:lnTo>
                  <a:pt x="2224024" y="5740400"/>
                </a:lnTo>
                <a:lnTo>
                  <a:pt x="2224024" y="5880100"/>
                </a:lnTo>
                <a:lnTo>
                  <a:pt x="2080894" y="5880100"/>
                </a:lnTo>
                <a:lnTo>
                  <a:pt x="2080894" y="6019800"/>
                </a:lnTo>
                <a:lnTo>
                  <a:pt x="1938147" y="6019800"/>
                </a:lnTo>
                <a:lnTo>
                  <a:pt x="1938147" y="6451600"/>
                </a:lnTo>
                <a:lnTo>
                  <a:pt x="2080894" y="6451600"/>
                </a:lnTo>
                <a:lnTo>
                  <a:pt x="2080894" y="6172200"/>
                </a:lnTo>
                <a:lnTo>
                  <a:pt x="2366772" y="6172200"/>
                </a:lnTo>
                <a:lnTo>
                  <a:pt x="2366772" y="5740400"/>
                </a:lnTo>
                <a:close/>
              </a:path>
              <a:path w="2597784" h="6591300">
                <a:moveTo>
                  <a:pt x="1795144" y="6019800"/>
                </a:moveTo>
                <a:lnTo>
                  <a:pt x="1652015" y="6019800"/>
                </a:lnTo>
                <a:lnTo>
                  <a:pt x="1652015" y="6172200"/>
                </a:lnTo>
                <a:lnTo>
                  <a:pt x="1394333" y="6172200"/>
                </a:lnTo>
                <a:lnTo>
                  <a:pt x="1594865" y="6311900"/>
                </a:lnTo>
                <a:lnTo>
                  <a:pt x="1795144" y="6311900"/>
                </a:lnTo>
                <a:lnTo>
                  <a:pt x="1795144" y="6019800"/>
                </a:lnTo>
                <a:close/>
              </a:path>
              <a:path w="2597784" h="6591300">
                <a:moveTo>
                  <a:pt x="2597277" y="6019800"/>
                </a:moveTo>
                <a:lnTo>
                  <a:pt x="2509774" y="6019800"/>
                </a:lnTo>
                <a:lnTo>
                  <a:pt x="2509774" y="6172200"/>
                </a:lnTo>
                <a:lnTo>
                  <a:pt x="2597277" y="6172200"/>
                </a:lnTo>
                <a:lnTo>
                  <a:pt x="2597277" y="6019800"/>
                </a:lnTo>
                <a:close/>
              </a:path>
              <a:path w="2597784" h="6591300">
                <a:moveTo>
                  <a:pt x="1365885" y="6019800"/>
                </a:moveTo>
                <a:lnTo>
                  <a:pt x="1219327" y="6019800"/>
                </a:lnTo>
                <a:lnTo>
                  <a:pt x="1329436" y="6121400"/>
                </a:lnTo>
                <a:lnTo>
                  <a:pt x="1365885" y="6146800"/>
                </a:lnTo>
                <a:lnTo>
                  <a:pt x="1365885" y="6019800"/>
                </a:lnTo>
                <a:close/>
              </a:path>
              <a:path w="2597784" h="6591300">
                <a:moveTo>
                  <a:pt x="1509014" y="5588000"/>
                </a:moveTo>
                <a:lnTo>
                  <a:pt x="1366265" y="5588000"/>
                </a:lnTo>
                <a:lnTo>
                  <a:pt x="1366265" y="5880100"/>
                </a:lnTo>
                <a:lnTo>
                  <a:pt x="1223137" y="5880100"/>
                </a:lnTo>
                <a:lnTo>
                  <a:pt x="1223137" y="6019800"/>
                </a:lnTo>
                <a:lnTo>
                  <a:pt x="1509014" y="6019800"/>
                </a:lnTo>
                <a:lnTo>
                  <a:pt x="1509014" y="5588000"/>
                </a:lnTo>
                <a:close/>
              </a:path>
              <a:path w="2597784" h="6591300">
                <a:moveTo>
                  <a:pt x="1938147" y="5880100"/>
                </a:moveTo>
                <a:lnTo>
                  <a:pt x="1795144" y="5880100"/>
                </a:lnTo>
                <a:lnTo>
                  <a:pt x="1795144" y="6019800"/>
                </a:lnTo>
                <a:lnTo>
                  <a:pt x="1938147" y="6019800"/>
                </a:lnTo>
                <a:lnTo>
                  <a:pt x="1938147" y="5880100"/>
                </a:lnTo>
                <a:close/>
              </a:path>
              <a:path w="2597784" h="6591300">
                <a:moveTo>
                  <a:pt x="937387" y="5740400"/>
                </a:moveTo>
                <a:lnTo>
                  <a:pt x="922274" y="5740400"/>
                </a:lnTo>
                <a:lnTo>
                  <a:pt x="937387" y="5753100"/>
                </a:lnTo>
                <a:lnTo>
                  <a:pt x="937387" y="5740400"/>
                </a:lnTo>
                <a:close/>
              </a:path>
              <a:path w="2597784" h="6591300">
                <a:moveTo>
                  <a:pt x="1223137" y="5588000"/>
                </a:moveTo>
                <a:lnTo>
                  <a:pt x="1080135" y="5588000"/>
                </a:lnTo>
                <a:lnTo>
                  <a:pt x="1080135" y="5740400"/>
                </a:lnTo>
                <a:lnTo>
                  <a:pt x="1223137" y="5740400"/>
                </a:lnTo>
                <a:lnTo>
                  <a:pt x="1223137" y="5588000"/>
                </a:lnTo>
                <a:close/>
              </a:path>
              <a:path w="2597784" h="6591300">
                <a:moveTo>
                  <a:pt x="2597277" y="5588000"/>
                </a:moveTo>
                <a:lnTo>
                  <a:pt x="1651762" y="5588000"/>
                </a:lnTo>
                <a:lnTo>
                  <a:pt x="1651762" y="5740400"/>
                </a:lnTo>
                <a:lnTo>
                  <a:pt x="2597277" y="5740400"/>
                </a:lnTo>
                <a:lnTo>
                  <a:pt x="2597277" y="5588000"/>
                </a:lnTo>
                <a:close/>
              </a:path>
              <a:path w="2597784" h="6591300">
                <a:moveTo>
                  <a:pt x="1080135" y="5308600"/>
                </a:moveTo>
                <a:lnTo>
                  <a:pt x="794258" y="5308600"/>
                </a:lnTo>
                <a:lnTo>
                  <a:pt x="794258" y="5448300"/>
                </a:lnTo>
                <a:lnTo>
                  <a:pt x="689356" y="5448300"/>
                </a:lnTo>
                <a:lnTo>
                  <a:pt x="734187" y="5511800"/>
                </a:lnTo>
                <a:lnTo>
                  <a:pt x="801242" y="5588000"/>
                </a:lnTo>
                <a:lnTo>
                  <a:pt x="1080135" y="5588000"/>
                </a:lnTo>
                <a:lnTo>
                  <a:pt x="1080135" y="5308600"/>
                </a:lnTo>
                <a:close/>
              </a:path>
              <a:path w="2597784" h="6591300">
                <a:moveTo>
                  <a:pt x="1366519" y="5448300"/>
                </a:moveTo>
                <a:lnTo>
                  <a:pt x="1223517" y="5448300"/>
                </a:lnTo>
                <a:lnTo>
                  <a:pt x="1223517" y="5588000"/>
                </a:lnTo>
                <a:lnTo>
                  <a:pt x="1366519" y="5588000"/>
                </a:lnTo>
                <a:lnTo>
                  <a:pt x="1366519" y="5448300"/>
                </a:lnTo>
                <a:close/>
              </a:path>
              <a:path w="2597784" h="6591300">
                <a:moveTo>
                  <a:pt x="1652397" y="5448300"/>
                </a:moveTo>
                <a:lnTo>
                  <a:pt x="1509267" y="5448300"/>
                </a:lnTo>
                <a:lnTo>
                  <a:pt x="1509267" y="5588000"/>
                </a:lnTo>
                <a:lnTo>
                  <a:pt x="1652397" y="5588000"/>
                </a:lnTo>
                <a:lnTo>
                  <a:pt x="1652397" y="5448300"/>
                </a:lnTo>
                <a:close/>
              </a:path>
              <a:path w="2597784" h="6591300">
                <a:moveTo>
                  <a:pt x="2223642" y="5448300"/>
                </a:moveTo>
                <a:lnTo>
                  <a:pt x="1794764" y="5448300"/>
                </a:lnTo>
                <a:lnTo>
                  <a:pt x="1794764" y="5588000"/>
                </a:lnTo>
                <a:lnTo>
                  <a:pt x="2223642" y="5588000"/>
                </a:lnTo>
                <a:lnTo>
                  <a:pt x="2223642" y="5448300"/>
                </a:lnTo>
                <a:close/>
              </a:path>
              <a:path w="2597784" h="6591300">
                <a:moveTo>
                  <a:pt x="2509774" y="5448300"/>
                </a:moveTo>
                <a:lnTo>
                  <a:pt x="2366772" y="5448300"/>
                </a:lnTo>
                <a:lnTo>
                  <a:pt x="2366772" y="5588000"/>
                </a:lnTo>
                <a:lnTo>
                  <a:pt x="2509774" y="5588000"/>
                </a:lnTo>
                <a:lnTo>
                  <a:pt x="2509774" y="5448300"/>
                </a:lnTo>
                <a:close/>
              </a:path>
              <a:path w="2597784" h="6591300">
                <a:moveTo>
                  <a:pt x="1509014" y="5308600"/>
                </a:moveTo>
                <a:lnTo>
                  <a:pt x="1366265" y="5308600"/>
                </a:lnTo>
                <a:lnTo>
                  <a:pt x="1366265" y="5448300"/>
                </a:lnTo>
                <a:lnTo>
                  <a:pt x="1509014" y="5448300"/>
                </a:lnTo>
                <a:lnTo>
                  <a:pt x="1509014" y="5308600"/>
                </a:lnTo>
                <a:close/>
              </a:path>
              <a:path w="2597784" h="6591300">
                <a:moveTo>
                  <a:pt x="2080640" y="5308600"/>
                </a:moveTo>
                <a:lnTo>
                  <a:pt x="1937892" y="5308600"/>
                </a:lnTo>
                <a:lnTo>
                  <a:pt x="1937892" y="5448300"/>
                </a:lnTo>
                <a:lnTo>
                  <a:pt x="2080640" y="5448300"/>
                </a:lnTo>
                <a:lnTo>
                  <a:pt x="2080640" y="5308600"/>
                </a:lnTo>
                <a:close/>
              </a:path>
              <a:path w="2597784" h="6591300">
                <a:moveTo>
                  <a:pt x="2444115" y="5308600"/>
                </a:moveTo>
                <a:lnTo>
                  <a:pt x="2224024" y="5308600"/>
                </a:lnTo>
                <a:lnTo>
                  <a:pt x="2224024" y="5448300"/>
                </a:lnTo>
                <a:lnTo>
                  <a:pt x="2597277" y="5448300"/>
                </a:lnTo>
                <a:lnTo>
                  <a:pt x="2597277" y="5397500"/>
                </a:lnTo>
                <a:lnTo>
                  <a:pt x="2444115" y="5308600"/>
                </a:lnTo>
                <a:close/>
              </a:path>
              <a:path w="2597784" h="6591300">
                <a:moveTo>
                  <a:pt x="651510" y="5308600"/>
                </a:moveTo>
                <a:lnTo>
                  <a:pt x="587502" y="5308600"/>
                </a:lnTo>
                <a:lnTo>
                  <a:pt x="651510" y="5397500"/>
                </a:lnTo>
                <a:lnTo>
                  <a:pt x="651510" y="5308600"/>
                </a:lnTo>
                <a:close/>
              </a:path>
              <a:path w="2597784" h="6591300">
                <a:moveTo>
                  <a:pt x="1365885" y="5168900"/>
                </a:moveTo>
                <a:lnTo>
                  <a:pt x="651510" y="5168900"/>
                </a:lnTo>
                <a:lnTo>
                  <a:pt x="651510" y="5308600"/>
                </a:lnTo>
                <a:lnTo>
                  <a:pt x="1365885" y="5308600"/>
                </a:lnTo>
                <a:lnTo>
                  <a:pt x="1365885" y="5168900"/>
                </a:lnTo>
                <a:close/>
              </a:path>
              <a:path w="2597784" h="6591300">
                <a:moveTo>
                  <a:pt x="1794764" y="5016500"/>
                </a:moveTo>
                <a:lnTo>
                  <a:pt x="1652015" y="5016500"/>
                </a:lnTo>
                <a:lnTo>
                  <a:pt x="1652015" y="5168900"/>
                </a:lnTo>
                <a:lnTo>
                  <a:pt x="1509014" y="5168900"/>
                </a:lnTo>
                <a:lnTo>
                  <a:pt x="1509014" y="5308600"/>
                </a:lnTo>
                <a:lnTo>
                  <a:pt x="1794764" y="5308600"/>
                </a:lnTo>
                <a:lnTo>
                  <a:pt x="1794764" y="5016500"/>
                </a:lnTo>
                <a:close/>
              </a:path>
              <a:path w="2597784" h="6591300">
                <a:moveTo>
                  <a:pt x="651510" y="4876800"/>
                </a:moveTo>
                <a:lnTo>
                  <a:pt x="365760" y="4876800"/>
                </a:lnTo>
                <a:lnTo>
                  <a:pt x="365760" y="4914900"/>
                </a:lnTo>
                <a:lnTo>
                  <a:pt x="423544" y="5041900"/>
                </a:lnTo>
                <a:lnTo>
                  <a:pt x="508508" y="5181600"/>
                </a:lnTo>
                <a:lnTo>
                  <a:pt x="508508" y="5168900"/>
                </a:lnTo>
                <a:lnTo>
                  <a:pt x="651510" y="5168900"/>
                </a:lnTo>
                <a:lnTo>
                  <a:pt x="651510" y="4876800"/>
                </a:lnTo>
                <a:close/>
              </a:path>
              <a:path w="2597784" h="6591300">
                <a:moveTo>
                  <a:pt x="2034920" y="5016500"/>
                </a:moveTo>
                <a:lnTo>
                  <a:pt x="1938147" y="5016500"/>
                </a:lnTo>
                <a:lnTo>
                  <a:pt x="1938147" y="5168900"/>
                </a:lnTo>
                <a:lnTo>
                  <a:pt x="2080894" y="5168900"/>
                </a:lnTo>
                <a:lnTo>
                  <a:pt x="2080894" y="5054600"/>
                </a:lnTo>
                <a:lnTo>
                  <a:pt x="2066416" y="5054600"/>
                </a:lnTo>
                <a:lnTo>
                  <a:pt x="2034920" y="5016500"/>
                </a:lnTo>
                <a:close/>
              </a:path>
              <a:path w="2597784" h="6591300">
                <a:moveTo>
                  <a:pt x="937387" y="4597400"/>
                </a:moveTo>
                <a:lnTo>
                  <a:pt x="794258" y="4597400"/>
                </a:lnTo>
                <a:lnTo>
                  <a:pt x="794258" y="4737100"/>
                </a:lnTo>
                <a:lnTo>
                  <a:pt x="279145" y="4737100"/>
                </a:lnTo>
                <a:lnTo>
                  <a:pt x="345059" y="4876800"/>
                </a:lnTo>
                <a:lnTo>
                  <a:pt x="794258" y="4876800"/>
                </a:lnTo>
                <a:lnTo>
                  <a:pt x="794258" y="5016500"/>
                </a:lnTo>
                <a:lnTo>
                  <a:pt x="937387" y="5016500"/>
                </a:lnTo>
                <a:lnTo>
                  <a:pt x="937387" y="4597400"/>
                </a:lnTo>
                <a:close/>
              </a:path>
              <a:path w="2597784" h="6591300">
                <a:moveTo>
                  <a:pt x="1767205" y="4737100"/>
                </a:moveTo>
                <a:lnTo>
                  <a:pt x="1509649" y="4737100"/>
                </a:lnTo>
                <a:lnTo>
                  <a:pt x="1509649" y="4876800"/>
                </a:lnTo>
                <a:lnTo>
                  <a:pt x="1366265" y="4876800"/>
                </a:lnTo>
                <a:lnTo>
                  <a:pt x="1366265" y="5016500"/>
                </a:lnTo>
                <a:lnTo>
                  <a:pt x="1937892" y="5016500"/>
                </a:lnTo>
                <a:lnTo>
                  <a:pt x="1937892" y="4927600"/>
                </a:lnTo>
                <a:lnTo>
                  <a:pt x="1842897" y="4826000"/>
                </a:lnTo>
                <a:lnTo>
                  <a:pt x="1767205" y="4737100"/>
                </a:lnTo>
                <a:close/>
              </a:path>
              <a:path w="2597784" h="6591300">
                <a:moveTo>
                  <a:pt x="1223517" y="4597400"/>
                </a:moveTo>
                <a:lnTo>
                  <a:pt x="1080389" y="4597400"/>
                </a:lnTo>
                <a:lnTo>
                  <a:pt x="1080389" y="4876800"/>
                </a:lnTo>
                <a:lnTo>
                  <a:pt x="1366519" y="4876800"/>
                </a:lnTo>
                <a:lnTo>
                  <a:pt x="1366519" y="4737100"/>
                </a:lnTo>
                <a:lnTo>
                  <a:pt x="1223517" y="4737100"/>
                </a:lnTo>
                <a:lnTo>
                  <a:pt x="1223517" y="4597400"/>
                </a:lnTo>
                <a:close/>
              </a:path>
              <a:path w="2597784" h="6591300">
                <a:moveTo>
                  <a:pt x="1080389" y="4445000"/>
                </a:moveTo>
                <a:lnTo>
                  <a:pt x="365760" y="4445000"/>
                </a:lnTo>
                <a:lnTo>
                  <a:pt x="365760" y="4737100"/>
                </a:lnTo>
                <a:lnTo>
                  <a:pt x="508508" y="4737100"/>
                </a:lnTo>
                <a:lnTo>
                  <a:pt x="508508" y="4597400"/>
                </a:lnTo>
                <a:lnTo>
                  <a:pt x="1080389" y="4597400"/>
                </a:lnTo>
                <a:lnTo>
                  <a:pt x="1080389" y="4445000"/>
                </a:lnTo>
                <a:close/>
              </a:path>
              <a:path w="2597784" h="6591300">
                <a:moveTo>
                  <a:pt x="1509649" y="4445000"/>
                </a:moveTo>
                <a:lnTo>
                  <a:pt x="1223517" y="4445000"/>
                </a:lnTo>
                <a:lnTo>
                  <a:pt x="1223517" y="4597400"/>
                </a:lnTo>
                <a:lnTo>
                  <a:pt x="1366519" y="4597400"/>
                </a:lnTo>
                <a:lnTo>
                  <a:pt x="1366519" y="4737100"/>
                </a:lnTo>
                <a:lnTo>
                  <a:pt x="1509649" y="4737100"/>
                </a:lnTo>
                <a:lnTo>
                  <a:pt x="1509649" y="4445000"/>
                </a:lnTo>
                <a:close/>
              </a:path>
              <a:path w="2597784" h="6591300">
                <a:moveTo>
                  <a:pt x="1652397" y="4572000"/>
                </a:moveTo>
                <a:lnTo>
                  <a:pt x="1652397" y="4597400"/>
                </a:lnTo>
                <a:lnTo>
                  <a:pt x="1662938" y="4597400"/>
                </a:lnTo>
                <a:lnTo>
                  <a:pt x="1652397" y="4572000"/>
                </a:lnTo>
                <a:close/>
              </a:path>
              <a:path w="2597784" h="6591300">
                <a:moveTo>
                  <a:pt x="222631" y="4445000"/>
                </a:moveTo>
                <a:lnTo>
                  <a:pt x="172338" y="4445000"/>
                </a:lnTo>
                <a:lnTo>
                  <a:pt x="191515" y="4508500"/>
                </a:lnTo>
                <a:lnTo>
                  <a:pt x="222631" y="4584700"/>
                </a:lnTo>
                <a:lnTo>
                  <a:pt x="222631" y="4445000"/>
                </a:lnTo>
                <a:close/>
              </a:path>
              <a:path w="2597784" h="6591300">
                <a:moveTo>
                  <a:pt x="366394" y="4305300"/>
                </a:moveTo>
                <a:lnTo>
                  <a:pt x="223265" y="4305300"/>
                </a:lnTo>
                <a:lnTo>
                  <a:pt x="223265" y="4445000"/>
                </a:lnTo>
                <a:lnTo>
                  <a:pt x="366394" y="4445000"/>
                </a:lnTo>
                <a:lnTo>
                  <a:pt x="366394" y="4305300"/>
                </a:lnTo>
                <a:close/>
              </a:path>
              <a:path w="2597784" h="6591300">
                <a:moveTo>
                  <a:pt x="651510" y="4305300"/>
                </a:moveTo>
                <a:lnTo>
                  <a:pt x="508508" y="4305300"/>
                </a:lnTo>
                <a:lnTo>
                  <a:pt x="508508" y="4445000"/>
                </a:lnTo>
                <a:lnTo>
                  <a:pt x="651510" y="4445000"/>
                </a:lnTo>
                <a:lnTo>
                  <a:pt x="651510" y="4305300"/>
                </a:lnTo>
                <a:close/>
              </a:path>
              <a:path w="2597784" h="6591300">
                <a:moveTo>
                  <a:pt x="79883" y="3733800"/>
                </a:moveTo>
                <a:lnTo>
                  <a:pt x="19176" y="3733800"/>
                </a:lnTo>
                <a:lnTo>
                  <a:pt x="46228" y="3949700"/>
                </a:lnTo>
                <a:lnTo>
                  <a:pt x="54810" y="3987800"/>
                </a:lnTo>
                <a:lnTo>
                  <a:pt x="64045" y="4038600"/>
                </a:lnTo>
                <a:lnTo>
                  <a:pt x="73929" y="4089400"/>
                </a:lnTo>
                <a:lnTo>
                  <a:pt x="84459" y="4140200"/>
                </a:lnTo>
                <a:lnTo>
                  <a:pt x="95631" y="4191000"/>
                </a:lnTo>
                <a:lnTo>
                  <a:pt x="107442" y="4229100"/>
                </a:lnTo>
                <a:lnTo>
                  <a:pt x="129159" y="4305300"/>
                </a:lnTo>
                <a:lnTo>
                  <a:pt x="509142" y="4305300"/>
                </a:lnTo>
                <a:lnTo>
                  <a:pt x="509142" y="4165600"/>
                </a:lnTo>
                <a:lnTo>
                  <a:pt x="222631" y="4165600"/>
                </a:lnTo>
                <a:lnTo>
                  <a:pt x="222631" y="4013200"/>
                </a:lnTo>
                <a:lnTo>
                  <a:pt x="79883" y="4013200"/>
                </a:lnTo>
                <a:lnTo>
                  <a:pt x="79883" y="3733800"/>
                </a:lnTo>
                <a:close/>
              </a:path>
              <a:path w="2597784" h="6591300">
                <a:moveTo>
                  <a:pt x="794258" y="4013200"/>
                </a:moveTo>
                <a:lnTo>
                  <a:pt x="651510" y="4013200"/>
                </a:lnTo>
                <a:lnTo>
                  <a:pt x="651510" y="4305300"/>
                </a:lnTo>
                <a:lnTo>
                  <a:pt x="937387" y="4305300"/>
                </a:lnTo>
                <a:lnTo>
                  <a:pt x="937387" y="4165600"/>
                </a:lnTo>
                <a:lnTo>
                  <a:pt x="794258" y="4165600"/>
                </a:lnTo>
                <a:lnTo>
                  <a:pt x="794258" y="4013200"/>
                </a:lnTo>
                <a:close/>
              </a:path>
              <a:path w="2597784" h="6591300">
                <a:moveTo>
                  <a:pt x="1223517" y="4013200"/>
                </a:moveTo>
                <a:lnTo>
                  <a:pt x="937387" y="4013200"/>
                </a:lnTo>
                <a:lnTo>
                  <a:pt x="937387" y="4165600"/>
                </a:lnTo>
                <a:lnTo>
                  <a:pt x="1080389" y="4165600"/>
                </a:lnTo>
                <a:lnTo>
                  <a:pt x="1080389" y="4305300"/>
                </a:lnTo>
                <a:lnTo>
                  <a:pt x="1223517" y="4305300"/>
                </a:lnTo>
                <a:lnTo>
                  <a:pt x="1223517" y="4013200"/>
                </a:lnTo>
                <a:close/>
              </a:path>
              <a:path w="2597784" h="6591300">
                <a:moveTo>
                  <a:pt x="1389380" y="4013200"/>
                </a:moveTo>
                <a:lnTo>
                  <a:pt x="1366519" y="4013200"/>
                </a:lnTo>
                <a:lnTo>
                  <a:pt x="1366519" y="4305300"/>
                </a:lnTo>
                <a:lnTo>
                  <a:pt x="1500759" y="4305300"/>
                </a:lnTo>
                <a:lnTo>
                  <a:pt x="1497457" y="4292600"/>
                </a:lnTo>
                <a:lnTo>
                  <a:pt x="1480887" y="4267200"/>
                </a:lnTo>
                <a:lnTo>
                  <a:pt x="1464913" y="4229100"/>
                </a:lnTo>
                <a:lnTo>
                  <a:pt x="1449558" y="4191000"/>
                </a:lnTo>
                <a:lnTo>
                  <a:pt x="1434845" y="4152900"/>
                </a:lnTo>
                <a:lnTo>
                  <a:pt x="1389380" y="4013200"/>
                </a:lnTo>
                <a:close/>
              </a:path>
              <a:path w="2597784" h="6591300">
                <a:moveTo>
                  <a:pt x="508508" y="3733800"/>
                </a:moveTo>
                <a:lnTo>
                  <a:pt x="365760" y="3733800"/>
                </a:lnTo>
                <a:lnTo>
                  <a:pt x="365760" y="4013200"/>
                </a:lnTo>
                <a:lnTo>
                  <a:pt x="508508" y="4013200"/>
                </a:lnTo>
                <a:lnTo>
                  <a:pt x="508508" y="3733800"/>
                </a:lnTo>
                <a:close/>
              </a:path>
              <a:path w="2597784" h="6591300">
                <a:moveTo>
                  <a:pt x="1350264" y="3873500"/>
                </a:moveTo>
                <a:lnTo>
                  <a:pt x="794258" y="3873500"/>
                </a:lnTo>
                <a:lnTo>
                  <a:pt x="794258" y="4013200"/>
                </a:lnTo>
                <a:lnTo>
                  <a:pt x="1366265" y="4013200"/>
                </a:lnTo>
                <a:lnTo>
                  <a:pt x="1366265" y="3937000"/>
                </a:lnTo>
                <a:lnTo>
                  <a:pt x="1350264" y="3873500"/>
                </a:lnTo>
                <a:close/>
              </a:path>
              <a:path w="2597784" h="6591300">
                <a:moveTo>
                  <a:pt x="794258" y="3441700"/>
                </a:moveTo>
                <a:lnTo>
                  <a:pt x="651510" y="3441700"/>
                </a:lnTo>
                <a:lnTo>
                  <a:pt x="651510" y="3873500"/>
                </a:lnTo>
                <a:lnTo>
                  <a:pt x="1223137" y="3873500"/>
                </a:lnTo>
                <a:lnTo>
                  <a:pt x="1223137" y="3733800"/>
                </a:lnTo>
                <a:lnTo>
                  <a:pt x="794258" y="3733800"/>
                </a:lnTo>
                <a:lnTo>
                  <a:pt x="794258" y="3441700"/>
                </a:lnTo>
                <a:close/>
              </a:path>
              <a:path w="2597784" h="6591300">
                <a:moveTo>
                  <a:pt x="365760" y="3162300"/>
                </a:moveTo>
                <a:lnTo>
                  <a:pt x="222631" y="3162300"/>
                </a:lnTo>
                <a:lnTo>
                  <a:pt x="222631" y="3733800"/>
                </a:lnTo>
                <a:lnTo>
                  <a:pt x="365760" y="3733800"/>
                </a:lnTo>
                <a:lnTo>
                  <a:pt x="365760" y="3441700"/>
                </a:lnTo>
                <a:lnTo>
                  <a:pt x="1080135" y="3441700"/>
                </a:lnTo>
                <a:lnTo>
                  <a:pt x="1080135" y="3302000"/>
                </a:lnTo>
                <a:lnTo>
                  <a:pt x="365760" y="3302000"/>
                </a:lnTo>
                <a:lnTo>
                  <a:pt x="365760" y="3162300"/>
                </a:lnTo>
                <a:close/>
              </a:path>
              <a:path w="2597784" h="6591300">
                <a:moveTo>
                  <a:pt x="1300988" y="3594100"/>
                </a:moveTo>
                <a:lnTo>
                  <a:pt x="937387" y="3594100"/>
                </a:lnTo>
                <a:lnTo>
                  <a:pt x="937387" y="3733800"/>
                </a:lnTo>
                <a:lnTo>
                  <a:pt x="1320927" y="3733800"/>
                </a:lnTo>
                <a:lnTo>
                  <a:pt x="1311148" y="3683000"/>
                </a:lnTo>
                <a:lnTo>
                  <a:pt x="1300988" y="3594100"/>
                </a:lnTo>
                <a:close/>
              </a:path>
              <a:path w="2597784" h="6591300">
                <a:moveTo>
                  <a:pt x="79883" y="3441700"/>
                </a:moveTo>
                <a:lnTo>
                  <a:pt x="0" y="3441700"/>
                </a:lnTo>
                <a:lnTo>
                  <a:pt x="6096" y="3581400"/>
                </a:lnTo>
                <a:lnTo>
                  <a:pt x="79883" y="3581400"/>
                </a:lnTo>
                <a:lnTo>
                  <a:pt x="79883" y="3441700"/>
                </a:lnTo>
                <a:close/>
              </a:path>
              <a:path w="2597784" h="6591300">
                <a:moveTo>
                  <a:pt x="1294764" y="3162300"/>
                </a:moveTo>
                <a:lnTo>
                  <a:pt x="1223137" y="3162300"/>
                </a:lnTo>
                <a:lnTo>
                  <a:pt x="1223137" y="3441700"/>
                </a:lnTo>
                <a:lnTo>
                  <a:pt x="1290192" y="3441700"/>
                </a:lnTo>
                <a:lnTo>
                  <a:pt x="1286510" y="3340100"/>
                </a:lnTo>
                <a:lnTo>
                  <a:pt x="1286910" y="3302000"/>
                </a:lnTo>
                <a:lnTo>
                  <a:pt x="1288097" y="3263900"/>
                </a:lnTo>
                <a:lnTo>
                  <a:pt x="1290046" y="3213100"/>
                </a:lnTo>
                <a:lnTo>
                  <a:pt x="1292733" y="3175000"/>
                </a:lnTo>
                <a:lnTo>
                  <a:pt x="1294764" y="3162300"/>
                </a:lnTo>
                <a:close/>
              </a:path>
              <a:path w="2597784" h="6591300">
                <a:moveTo>
                  <a:pt x="652144" y="3162300"/>
                </a:moveTo>
                <a:lnTo>
                  <a:pt x="508508" y="3162300"/>
                </a:lnTo>
                <a:lnTo>
                  <a:pt x="508508" y="3302000"/>
                </a:lnTo>
                <a:lnTo>
                  <a:pt x="652144" y="3302000"/>
                </a:lnTo>
                <a:lnTo>
                  <a:pt x="652144" y="3162300"/>
                </a:lnTo>
                <a:close/>
              </a:path>
              <a:path w="2597784" h="6591300">
                <a:moveTo>
                  <a:pt x="1223137" y="3009900"/>
                </a:moveTo>
                <a:lnTo>
                  <a:pt x="938022" y="3009900"/>
                </a:lnTo>
                <a:lnTo>
                  <a:pt x="938022" y="3302000"/>
                </a:lnTo>
                <a:lnTo>
                  <a:pt x="1080135" y="3302000"/>
                </a:lnTo>
                <a:lnTo>
                  <a:pt x="1080135" y="3162300"/>
                </a:lnTo>
                <a:lnTo>
                  <a:pt x="1223137" y="3162300"/>
                </a:lnTo>
                <a:lnTo>
                  <a:pt x="1223137" y="3009900"/>
                </a:lnTo>
                <a:close/>
              </a:path>
              <a:path w="2597784" h="6591300">
                <a:moveTo>
                  <a:pt x="509142" y="2870200"/>
                </a:moveTo>
                <a:lnTo>
                  <a:pt x="222631" y="2870200"/>
                </a:lnTo>
                <a:lnTo>
                  <a:pt x="222631" y="3009900"/>
                </a:lnTo>
                <a:lnTo>
                  <a:pt x="365760" y="3009900"/>
                </a:lnTo>
                <a:lnTo>
                  <a:pt x="365760" y="3162300"/>
                </a:lnTo>
                <a:lnTo>
                  <a:pt x="509142" y="3162300"/>
                </a:lnTo>
                <a:lnTo>
                  <a:pt x="509142" y="2870200"/>
                </a:lnTo>
                <a:close/>
              </a:path>
              <a:path w="2597784" h="6591300">
                <a:moveTo>
                  <a:pt x="794892" y="2730500"/>
                </a:moveTo>
                <a:lnTo>
                  <a:pt x="365760" y="2730500"/>
                </a:lnTo>
                <a:lnTo>
                  <a:pt x="365760" y="2870200"/>
                </a:lnTo>
                <a:lnTo>
                  <a:pt x="652144" y="2870200"/>
                </a:lnTo>
                <a:lnTo>
                  <a:pt x="652144" y="3162300"/>
                </a:lnTo>
                <a:lnTo>
                  <a:pt x="794892" y="3162300"/>
                </a:lnTo>
                <a:lnTo>
                  <a:pt x="794892" y="2730500"/>
                </a:lnTo>
                <a:close/>
              </a:path>
              <a:path w="2597784" h="6591300">
                <a:moveTo>
                  <a:pt x="79883" y="2870200"/>
                </a:moveTo>
                <a:lnTo>
                  <a:pt x="30353" y="2870200"/>
                </a:lnTo>
                <a:lnTo>
                  <a:pt x="12192" y="3009900"/>
                </a:lnTo>
                <a:lnTo>
                  <a:pt x="79883" y="3009900"/>
                </a:lnTo>
                <a:lnTo>
                  <a:pt x="79883" y="2870200"/>
                </a:lnTo>
                <a:close/>
              </a:path>
              <a:path w="2597784" h="6591300">
                <a:moveTo>
                  <a:pt x="1366265" y="2730500"/>
                </a:moveTo>
                <a:lnTo>
                  <a:pt x="938022" y="2730500"/>
                </a:lnTo>
                <a:lnTo>
                  <a:pt x="938022" y="2870200"/>
                </a:lnTo>
                <a:lnTo>
                  <a:pt x="1081024" y="2870200"/>
                </a:lnTo>
                <a:lnTo>
                  <a:pt x="1081024" y="3009900"/>
                </a:lnTo>
                <a:lnTo>
                  <a:pt x="1311148" y="3009900"/>
                </a:lnTo>
                <a:lnTo>
                  <a:pt x="1317601" y="2971800"/>
                </a:lnTo>
                <a:lnTo>
                  <a:pt x="1324768" y="2933700"/>
                </a:lnTo>
                <a:lnTo>
                  <a:pt x="1332650" y="2882900"/>
                </a:lnTo>
                <a:lnTo>
                  <a:pt x="1341247" y="2844800"/>
                </a:lnTo>
                <a:lnTo>
                  <a:pt x="1366265" y="2755900"/>
                </a:lnTo>
                <a:lnTo>
                  <a:pt x="1366265" y="2730500"/>
                </a:lnTo>
                <a:close/>
              </a:path>
              <a:path w="2597784" h="6591300">
                <a:moveTo>
                  <a:pt x="652144" y="2590800"/>
                </a:moveTo>
                <a:lnTo>
                  <a:pt x="79883" y="2590800"/>
                </a:lnTo>
                <a:lnTo>
                  <a:pt x="79883" y="2730500"/>
                </a:lnTo>
                <a:lnTo>
                  <a:pt x="652144" y="2730500"/>
                </a:lnTo>
                <a:lnTo>
                  <a:pt x="652144" y="2590800"/>
                </a:lnTo>
                <a:close/>
              </a:path>
              <a:path w="2597784" h="6591300">
                <a:moveTo>
                  <a:pt x="937387" y="2590800"/>
                </a:moveTo>
                <a:lnTo>
                  <a:pt x="794892" y="2590800"/>
                </a:lnTo>
                <a:lnTo>
                  <a:pt x="794892" y="2730500"/>
                </a:lnTo>
                <a:lnTo>
                  <a:pt x="937387" y="2730500"/>
                </a:lnTo>
                <a:lnTo>
                  <a:pt x="937387" y="2590800"/>
                </a:lnTo>
                <a:close/>
              </a:path>
              <a:path w="2597784" h="6591300">
                <a:moveTo>
                  <a:pt x="794258" y="2159000"/>
                </a:moveTo>
                <a:lnTo>
                  <a:pt x="651510" y="2159000"/>
                </a:lnTo>
                <a:lnTo>
                  <a:pt x="651510" y="2298700"/>
                </a:lnTo>
                <a:lnTo>
                  <a:pt x="508508" y="2298700"/>
                </a:lnTo>
                <a:lnTo>
                  <a:pt x="508508" y="2438400"/>
                </a:lnTo>
                <a:lnTo>
                  <a:pt x="365760" y="2438400"/>
                </a:lnTo>
                <a:lnTo>
                  <a:pt x="365760" y="2590800"/>
                </a:lnTo>
                <a:lnTo>
                  <a:pt x="794258" y="2590800"/>
                </a:lnTo>
                <a:lnTo>
                  <a:pt x="794258" y="2159000"/>
                </a:lnTo>
                <a:close/>
              </a:path>
              <a:path w="2597784" h="6591300">
                <a:moveTo>
                  <a:pt x="1366519" y="2298700"/>
                </a:moveTo>
                <a:lnTo>
                  <a:pt x="937640" y="2298700"/>
                </a:lnTo>
                <a:lnTo>
                  <a:pt x="937640" y="2590800"/>
                </a:lnTo>
                <a:lnTo>
                  <a:pt x="1080769" y="2590800"/>
                </a:lnTo>
                <a:lnTo>
                  <a:pt x="1080769" y="2438400"/>
                </a:lnTo>
                <a:lnTo>
                  <a:pt x="1366519" y="2438400"/>
                </a:lnTo>
                <a:lnTo>
                  <a:pt x="1366519" y="2298700"/>
                </a:lnTo>
                <a:close/>
              </a:path>
              <a:path w="2597784" h="6591300">
                <a:moveTo>
                  <a:pt x="1476248" y="2438400"/>
                </a:moveTo>
                <a:lnTo>
                  <a:pt x="1223772" y="2438400"/>
                </a:lnTo>
                <a:lnTo>
                  <a:pt x="1223772" y="2590800"/>
                </a:lnTo>
                <a:lnTo>
                  <a:pt x="1419098" y="2590800"/>
                </a:lnTo>
                <a:lnTo>
                  <a:pt x="1434845" y="2540000"/>
                </a:lnTo>
                <a:lnTo>
                  <a:pt x="1476248" y="2438400"/>
                </a:lnTo>
                <a:close/>
              </a:path>
              <a:path w="2597784" h="6591300">
                <a:moveTo>
                  <a:pt x="1545209" y="2298700"/>
                </a:moveTo>
                <a:lnTo>
                  <a:pt x="1509649" y="2298700"/>
                </a:lnTo>
                <a:lnTo>
                  <a:pt x="1509649" y="2362200"/>
                </a:lnTo>
                <a:lnTo>
                  <a:pt x="1545209" y="2298700"/>
                </a:lnTo>
                <a:close/>
              </a:path>
              <a:path w="2597784" h="6591300">
                <a:moveTo>
                  <a:pt x="1509267" y="1866900"/>
                </a:moveTo>
                <a:lnTo>
                  <a:pt x="1080389" y="1866900"/>
                </a:lnTo>
                <a:lnTo>
                  <a:pt x="1080389" y="2006600"/>
                </a:lnTo>
                <a:lnTo>
                  <a:pt x="1223517" y="2006600"/>
                </a:lnTo>
                <a:lnTo>
                  <a:pt x="1223517" y="2159000"/>
                </a:lnTo>
                <a:lnTo>
                  <a:pt x="1366519" y="2159000"/>
                </a:lnTo>
                <a:lnTo>
                  <a:pt x="1366519" y="2298700"/>
                </a:lnTo>
                <a:lnTo>
                  <a:pt x="1509267" y="2298700"/>
                </a:lnTo>
                <a:lnTo>
                  <a:pt x="1509267" y="1866900"/>
                </a:lnTo>
                <a:close/>
              </a:path>
              <a:path w="2597784" h="6591300">
                <a:moveTo>
                  <a:pt x="223012" y="2095500"/>
                </a:moveTo>
                <a:lnTo>
                  <a:pt x="201167" y="2159000"/>
                </a:lnTo>
                <a:lnTo>
                  <a:pt x="223012" y="2159000"/>
                </a:lnTo>
                <a:lnTo>
                  <a:pt x="223012" y="2095500"/>
                </a:lnTo>
                <a:close/>
              </a:path>
              <a:path w="2597784" h="6591300">
                <a:moveTo>
                  <a:pt x="1724152" y="2006600"/>
                </a:moveTo>
                <a:lnTo>
                  <a:pt x="1652015" y="2006600"/>
                </a:lnTo>
                <a:lnTo>
                  <a:pt x="1652142" y="2108200"/>
                </a:lnTo>
                <a:lnTo>
                  <a:pt x="1724152" y="2006600"/>
                </a:lnTo>
                <a:close/>
              </a:path>
              <a:path w="2597784" h="6591300">
                <a:moveTo>
                  <a:pt x="366013" y="1866900"/>
                </a:moveTo>
                <a:lnTo>
                  <a:pt x="318008" y="1866900"/>
                </a:lnTo>
                <a:lnTo>
                  <a:pt x="297180" y="1917700"/>
                </a:lnTo>
                <a:lnTo>
                  <a:pt x="257556" y="2006600"/>
                </a:lnTo>
                <a:lnTo>
                  <a:pt x="366013" y="2006600"/>
                </a:lnTo>
                <a:lnTo>
                  <a:pt x="366013" y="1866900"/>
                </a:lnTo>
                <a:close/>
              </a:path>
              <a:path w="2597784" h="6591300">
                <a:moveTo>
                  <a:pt x="508508" y="1511300"/>
                </a:moveTo>
                <a:lnTo>
                  <a:pt x="423544" y="1651000"/>
                </a:lnTo>
                <a:lnTo>
                  <a:pt x="388619" y="1727200"/>
                </a:lnTo>
                <a:lnTo>
                  <a:pt x="508508" y="1727200"/>
                </a:lnTo>
                <a:lnTo>
                  <a:pt x="508508" y="2006600"/>
                </a:lnTo>
                <a:lnTo>
                  <a:pt x="651510" y="2006600"/>
                </a:lnTo>
                <a:lnTo>
                  <a:pt x="651510" y="1587500"/>
                </a:lnTo>
                <a:lnTo>
                  <a:pt x="508508" y="1587500"/>
                </a:lnTo>
                <a:lnTo>
                  <a:pt x="508508" y="1511300"/>
                </a:lnTo>
                <a:close/>
              </a:path>
              <a:path w="2597784" h="6591300">
                <a:moveTo>
                  <a:pt x="1837943" y="1866900"/>
                </a:moveTo>
                <a:lnTo>
                  <a:pt x="1795144" y="1866900"/>
                </a:lnTo>
                <a:lnTo>
                  <a:pt x="1795144" y="1917700"/>
                </a:lnTo>
                <a:lnTo>
                  <a:pt x="1837943" y="1866900"/>
                </a:lnTo>
                <a:close/>
              </a:path>
              <a:path w="2597784" h="6591300">
                <a:moveTo>
                  <a:pt x="937640" y="1587500"/>
                </a:moveTo>
                <a:lnTo>
                  <a:pt x="794638" y="1587500"/>
                </a:lnTo>
                <a:lnTo>
                  <a:pt x="794638" y="1866900"/>
                </a:lnTo>
                <a:lnTo>
                  <a:pt x="1223517" y="1866900"/>
                </a:lnTo>
                <a:lnTo>
                  <a:pt x="1223517" y="1727200"/>
                </a:lnTo>
                <a:lnTo>
                  <a:pt x="937640" y="1727200"/>
                </a:lnTo>
                <a:lnTo>
                  <a:pt x="937640" y="1587500"/>
                </a:lnTo>
                <a:close/>
              </a:path>
              <a:path w="2597784" h="6591300">
                <a:moveTo>
                  <a:pt x="1974977" y="1727200"/>
                </a:moveTo>
                <a:lnTo>
                  <a:pt x="1938147" y="1727200"/>
                </a:lnTo>
                <a:lnTo>
                  <a:pt x="1938147" y="1765300"/>
                </a:lnTo>
                <a:lnTo>
                  <a:pt x="1950847" y="1752600"/>
                </a:lnTo>
                <a:lnTo>
                  <a:pt x="1974977" y="1727200"/>
                </a:lnTo>
                <a:close/>
              </a:path>
              <a:path w="2597784" h="6591300">
                <a:moveTo>
                  <a:pt x="1509014" y="1587500"/>
                </a:moveTo>
                <a:lnTo>
                  <a:pt x="1223137" y="1587500"/>
                </a:lnTo>
                <a:lnTo>
                  <a:pt x="1223137" y="1727200"/>
                </a:lnTo>
                <a:lnTo>
                  <a:pt x="1509014" y="1727200"/>
                </a:lnTo>
                <a:lnTo>
                  <a:pt x="1509014" y="1587500"/>
                </a:lnTo>
                <a:close/>
              </a:path>
              <a:path w="2597784" h="6591300">
                <a:moveTo>
                  <a:pt x="1938147" y="1587500"/>
                </a:moveTo>
                <a:lnTo>
                  <a:pt x="1795144" y="1587500"/>
                </a:lnTo>
                <a:lnTo>
                  <a:pt x="1795144" y="1727200"/>
                </a:lnTo>
                <a:lnTo>
                  <a:pt x="1938147" y="1727200"/>
                </a:lnTo>
                <a:lnTo>
                  <a:pt x="1938147" y="1587500"/>
                </a:lnTo>
                <a:close/>
              </a:path>
              <a:path w="2597784" h="6591300">
                <a:moveTo>
                  <a:pt x="2144267" y="1587500"/>
                </a:moveTo>
                <a:lnTo>
                  <a:pt x="2080894" y="1587500"/>
                </a:lnTo>
                <a:lnTo>
                  <a:pt x="2080894" y="1625600"/>
                </a:lnTo>
                <a:lnTo>
                  <a:pt x="2144267" y="1587500"/>
                </a:lnTo>
                <a:close/>
              </a:path>
              <a:path w="2597784" h="6591300">
                <a:moveTo>
                  <a:pt x="794892" y="1435100"/>
                </a:moveTo>
                <a:lnTo>
                  <a:pt x="651890" y="1435100"/>
                </a:lnTo>
                <a:lnTo>
                  <a:pt x="651890" y="1587500"/>
                </a:lnTo>
                <a:lnTo>
                  <a:pt x="794892" y="1587500"/>
                </a:lnTo>
                <a:lnTo>
                  <a:pt x="794892" y="1435100"/>
                </a:lnTo>
                <a:close/>
              </a:path>
              <a:path w="2597784" h="6591300">
                <a:moveTo>
                  <a:pt x="1223137" y="1155700"/>
                </a:moveTo>
                <a:lnTo>
                  <a:pt x="1080135" y="1155700"/>
                </a:lnTo>
                <a:lnTo>
                  <a:pt x="1080135" y="1587500"/>
                </a:lnTo>
                <a:lnTo>
                  <a:pt x="1366265" y="1587500"/>
                </a:lnTo>
                <a:lnTo>
                  <a:pt x="1366265" y="1435100"/>
                </a:lnTo>
                <a:lnTo>
                  <a:pt x="1223137" y="1435100"/>
                </a:lnTo>
                <a:lnTo>
                  <a:pt x="1223137" y="1155700"/>
                </a:lnTo>
                <a:close/>
              </a:path>
              <a:path w="2597784" h="6591300">
                <a:moveTo>
                  <a:pt x="2342388" y="1435100"/>
                </a:moveTo>
                <a:lnTo>
                  <a:pt x="2223642" y="1435100"/>
                </a:lnTo>
                <a:lnTo>
                  <a:pt x="2223642" y="1524000"/>
                </a:lnTo>
                <a:lnTo>
                  <a:pt x="2319019" y="1447800"/>
                </a:lnTo>
                <a:lnTo>
                  <a:pt x="2342388" y="1435100"/>
                </a:lnTo>
                <a:close/>
              </a:path>
              <a:path w="2597784" h="6591300">
                <a:moveTo>
                  <a:pt x="2224024" y="1295400"/>
                </a:moveTo>
                <a:lnTo>
                  <a:pt x="1652015" y="1295400"/>
                </a:lnTo>
                <a:lnTo>
                  <a:pt x="1652015" y="1435100"/>
                </a:lnTo>
                <a:lnTo>
                  <a:pt x="2224024" y="1435100"/>
                </a:lnTo>
                <a:lnTo>
                  <a:pt x="2224024" y="1295400"/>
                </a:lnTo>
                <a:close/>
              </a:path>
              <a:path w="2597784" h="6591300">
                <a:moveTo>
                  <a:pt x="794258" y="1104900"/>
                </a:moveTo>
                <a:lnTo>
                  <a:pt x="734187" y="1181100"/>
                </a:lnTo>
                <a:lnTo>
                  <a:pt x="650239" y="1295400"/>
                </a:lnTo>
                <a:lnTo>
                  <a:pt x="937387" y="1295400"/>
                </a:lnTo>
                <a:lnTo>
                  <a:pt x="937387" y="1155700"/>
                </a:lnTo>
                <a:lnTo>
                  <a:pt x="794258" y="1155700"/>
                </a:lnTo>
                <a:lnTo>
                  <a:pt x="794258" y="1104900"/>
                </a:lnTo>
                <a:close/>
              </a:path>
              <a:path w="2597784" h="6591300">
                <a:moveTo>
                  <a:pt x="1509014" y="1155700"/>
                </a:moveTo>
                <a:lnTo>
                  <a:pt x="1366265" y="1155700"/>
                </a:lnTo>
                <a:lnTo>
                  <a:pt x="1366265" y="1295400"/>
                </a:lnTo>
                <a:lnTo>
                  <a:pt x="1509014" y="1295400"/>
                </a:lnTo>
                <a:lnTo>
                  <a:pt x="1509014" y="1155700"/>
                </a:lnTo>
                <a:close/>
              </a:path>
              <a:path w="2597784" h="6591300">
                <a:moveTo>
                  <a:pt x="1795144" y="863600"/>
                </a:moveTo>
                <a:lnTo>
                  <a:pt x="1509267" y="863600"/>
                </a:lnTo>
                <a:lnTo>
                  <a:pt x="1509267" y="1155700"/>
                </a:lnTo>
                <a:lnTo>
                  <a:pt x="1795144" y="1155700"/>
                </a:lnTo>
                <a:lnTo>
                  <a:pt x="1795144" y="1295400"/>
                </a:lnTo>
                <a:lnTo>
                  <a:pt x="1938147" y="1295400"/>
                </a:lnTo>
                <a:lnTo>
                  <a:pt x="1938147" y="1003300"/>
                </a:lnTo>
                <a:lnTo>
                  <a:pt x="1795144" y="1003300"/>
                </a:lnTo>
                <a:lnTo>
                  <a:pt x="1795144" y="863600"/>
                </a:lnTo>
                <a:close/>
              </a:path>
              <a:path w="2597784" h="6591300">
                <a:moveTo>
                  <a:pt x="2597277" y="1155700"/>
                </a:moveTo>
                <a:lnTo>
                  <a:pt x="2509774" y="1155700"/>
                </a:lnTo>
                <a:lnTo>
                  <a:pt x="2509774" y="1295400"/>
                </a:lnTo>
                <a:lnTo>
                  <a:pt x="2597277" y="1295400"/>
                </a:lnTo>
                <a:lnTo>
                  <a:pt x="2597277" y="1155700"/>
                </a:lnTo>
                <a:close/>
              </a:path>
              <a:path w="2597784" h="6591300">
                <a:moveTo>
                  <a:pt x="1080389" y="1003300"/>
                </a:moveTo>
                <a:lnTo>
                  <a:pt x="937387" y="1003300"/>
                </a:lnTo>
                <a:lnTo>
                  <a:pt x="937387" y="1155700"/>
                </a:lnTo>
                <a:lnTo>
                  <a:pt x="1080389" y="1155700"/>
                </a:lnTo>
                <a:lnTo>
                  <a:pt x="1080389" y="1003300"/>
                </a:lnTo>
                <a:close/>
              </a:path>
              <a:path w="2597784" h="6591300">
                <a:moveTo>
                  <a:pt x="1366265" y="1003300"/>
                </a:moveTo>
                <a:lnTo>
                  <a:pt x="1223137" y="1003300"/>
                </a:lnTo>
                <a:lnTo>
                  <a:pt x="1223137" y="1155700"/>
                </a:lnTo>
                <a:lnTo>
                  <a:pt x="1366265" y="1155700"/>
                </a:lnTo>
                <a:lnTo>
                  <a:pt x="1366265" y="1003300"/>
                </a:lnTo>
                <a:close/>
              </a:path>
              <a:path w="2597784" h="6591300">
                <a:moveTo>
                  <a:pt x="1223137" y="863600"/>
                </a:moveTo>
                <a:lnTo>
                  <a:pt x="1080389" y="863600"/>
                </a:lnTo>
                <a:lnTo>
                  <a:pt x="1080389" y="1003300"/>
                </a:lnTo>
                <a:lnTo>
                  <a:pt x="1223137" y="1003300"/>
                </a:lnTo>
                <a:lnTo>
                  <a:pt x="1223137" y="863600"/>
                </a:lnTo>
                <a:close/>
              </a:path>
              <a:path w="2597784" h="6591300">
                <a:moveTo>
                  <a:pt x="2080894" y="863600"/>
                </a:moveTo>
                <a:lnTo>
                  <a:pt x="1938147" y="863600"/>
                </a:lnTo>
                <a:lnTo>
                  <a:pt x="1938147" y="1003300"/>
                </a:lnTo>
                <a:lnTo>
                  <a:pt x="2080894" y="1003300"/>
                </a:lnTo>
                <a:lnTo>
                  <a:pt x="2080894" y="863600"/>
                </a:lnTo>
                <a:close/>
              </a:path>
              <a:path w="2597784" h="6591300">
                <a:moveTo>
                  <a:pt x="2597277" y="863600"/>
                </a:moveTo>
                <a:lnTo>
                  <a:pt x="2509774" y="863600"/>
                </a:lnTo>
                <a:lnTo>
                  <a:pt x="2509774" y="1003300"/>
                </a:lnTo>
                <a:lnTo>
                  <a:pt x="2597277" y="1003300"/>
                </a:lnTo>
                <a:lnTo>
                  <a:pt x="2597277" y="863600"/>
                </a:lnTo>
                <a:close/>
              </a:path>
              <a:path w="2597784" h="6591300">
                <a:moveTo>
                  <a:pt x="1080769" y="787400"/>
                </a:moveTo>
                <a:lnTo>
                  <a:pt x="1009014" y="863600"/>
                </a:lnTo>
                <a:lnTo>
                  <a:pt x="1080769" y="863600"/>
                </a:lnTo>
                <a:lnTo>
                  <a:pt x="1080769" y="787400"/>
                </a:lnTo>
                <a:close/>
              </a:path>
              <a:path w="2597784" h="6591300">
                <a:moveTo>
                  <a:pt x="1938147" y="723900"/>
                </a:moveTo>
                <a:lnTo>
                  <a:pt x="1223517" y="723900"/>
                </a:lnTo>
                <a:lnTo>
                  <a:pt x="1223517" y="863600"/>
                </a:lnTo>
                <a:lnTo>
                  <a:pt x="1938147" y="863600"/>
                </a:lnTo>
                <a:lnTo>
                  <a:pt x="1938147" y="723900"/>
                </a:lnTo>
                <a:close/>
              </a:path>
              <a:path w="2597784" h="6591300">
                <a:moveTo>
                  <a:pt x="2224278" y="723900"/>
                </a:moveTo>
                <a:lnTo>
                  <a:pt x="2081276" y="723900"/>
                </a:lnTo>
                <a:lnTo>
                  <a:pt x="2081276" y="863600"/>
                </a:lnTo>
                <a:lnTo>
                  <a:pt x="2224278" y="863600"/>
                </a:lnTo>
                <a:lnTo>
                  <a:pt x="2224278" y="723900"/>
                </a:lnTo>
                <a:close/>
              </a:path>
              <a:path w="2597784" h="6591300">
                <a:moveTo>
                  <a:pt x="2223642" y="431800"/>
                </a:moveTo>
                <a:lnTo>
                  <a:pt x="1938528" y="431800"/>
                </a:lnTo>
                <a:lnTo>
                  <a:pt x="1938528" y="723900"/>
                </a:lnTo>
                <a:lnTo>
                  <a:pt x="2366772" y="723900"/>
                </a:lnTo>
                <a:lnTo>
                  <a:pt x="2366772" y="584200"/>
                </a:lnTo>
                <a:lnTo>
                  <a:pt x="2223642" y="584200"/>
                </a:lnTo>
                <a:lnTo>
                  <a:pt x="2223642" y="431800"/>
                </a:lnTo>
                <a:close/>
              </a:path>
              <a:path w="2597784" h="6591300">
                <a:moveTo>
                  <a:pt x="2597277" y="584200"/>
                </a:moveTo>
                <a:lnTo>
                  <a:pt x="2509774" y="584200"/>
                </a:lnTo>
                <a:lnTo>
                  <a:pt x="2509774" y="723900"/>
                </a:lnTo>
                <a:lnTo>
                  <a:pt x="2597277" y="723900"/>
                </a:lnTo>
                <a:lnTo>
                  <a:pt x="2597277" y="584200"/>
                </a:lnTo>
                <a:close/>
              </a:path>
              <a:path w="2597784" h="6591300">
                <a:moveTo>
                  <a:pt x="1795144" y="254000"/>
                </a:moveTo>
                <a:lnTo>
                  <a:pt x="1652397" y="342900"/>
                </a:lnTo>
                <a:lnTo>
                  <a:pt x="1652397" y="584200"/>
                </a:lnTo>
                <a:lnTo>
                  <a:pt x="1795399" y="584200"/>
                </a:lnTo>
                <a:lnTo>
                  <a:pt x="1795399" y="431800"/>
                </a:lnTo>
                <a:lnTo>
                  <a:pt x="2509774" y="431800"/>
                </a:lnTo>
                <a:lnTo>
                  <a:pt x="2509774" y="292100"/>
                </a:lnTo>
                <a:lnTo>
                  <a:pt x="1795144" y="292100"/>
                </a:lnTo>
                <a:lnTo>
                  <a:pt x="1795144" y="254000"/>
                </a:lnTo>
                <a:close/>
              </a:path>
              <a:path w="2597784" h="6591300">
                <a:moveTo>
                  <a:pt x="2224024" y="50800"/>
                </a:moveTo>
                <a:lnTo>
                  <a:pt x="2054860" y="127000"/>
                </a:lnTo>
                <a:lnTo>
                  <a:pt x="2004567" y="152400"/>
                </a:lnTo>
                <a:lnTo>
                  <a:pt x="2080894" y="152400"/>
                </a:lnTo>
                <a:lnTo>
                  <a:pt x="2080894" y="292100"/>
                </a:lnTo>
                <a:lnTo>
                  <a:pt x="2224024" y="292100"/>
                </a:lnTo>
                <a:lnTo>
                  <a:pt x="2224024" y="50800"/>
                </a:lnTo>
                <a:close/>
              </a:path>
              <a:path w="2597784" h="6591300">
                <a:moveTo>
                  <a:pt x="2509774" y="0"/>
                </a:moveTo>
                <a:lnTo>
                  <a:pt x="2366772" y="0"/>
                </a:lnTo>
                <a:lnTo>
                  <a:pt x="2366772" y="152400"/>
                </a:lnTo>
                <a:lnTo>
                  <a:pt x="2509774" y="152400"/>
                </a:lnTo>
                <a:lnTo>
                  <a:pt x="2509774" y="0"/>
                </a:lnTo>
                <a:close/>
              </a:path>
            </a:pathLst>
          </a:custGeom>
          <a:solidFill>
            <a:srgbClr val="EF4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15937" y="512826"/>
            <a:ext cx="1274445" cy="508634"/>
          </a:xfrm>
          <a:custGeom>
            <a:avLst/>
            <a:gdLst/>
            <a:ahLst/>
            <a:cxnLst/>
            <a:rect l="l" t="t" r="r" b="b"/>
            <a:pathLst>
              <a:path w="1274445" h="508634">
                <a:moveTo>
                  <a:pt x="83007" y="166243"/>
                </a:moveTo>
                <a:lnTo>
                  <a:pt x="1511" y="166243"/>
                </a:lnTo>
                <a:lnTo>
                  <a:pt x="0" y="167766"/>
                </a:lnTo>
                <a:lnTo>
                  <a:pt x="0" y="502538"/>
                </a:lnTo>
                <a:lnTo>
                  <a:pt x="1511" y="504063"/>
                </a:lnTo>
                <a:lnTo>
                  <a:pt x="66052" y="504063"/>
                </a:lnTo>
                <a:lnTo>
                  <a:pt x="67564" y="502538"/>
                </a:lnTo>
                <a:lnTo>
                  <a:pt x="67564" y="272034"/>
                </a:lnTo>
                <a:lnTo>
                  <a:pt x="138609" y="272034"/>
                </a:lnTo>
                <a:lnTo>
                  <a:pt x="85623" y="169037"/>
                </a:lnTo>
                <a:lnTo>
                  <a:pt x="84747" y="167386"/>
                </a:lnTo>
                <a:lnTo>
                  <a:pt x="83007" y="166243"/>
                </a:lnTo>
                <a:close/>
              </a:path>
              <a:path w="1274445" h="508634">
                <a:moveTo>
                  <a:pt x="355257" y="272034"/>
                </a:moveTo>
                <a:lnTo>
                  <a:pt x="287693" y="272034"/>
                </a:lnTo>
                <a:lnTo>
                  <a:pt x="287693" y="502538"/>
                </a:lnTo>
                <a:lnTo>
                  <a:pt x="289204" y="504063"/>
                </a:lnTo>
                <a:lnTo>
                  <a:pt x="353745" y="504063"/>
                </a:lnTo>
                <a:lnTo>
                  <a:pt x="355257" y="502538"/>
                </a:lnTo>
                <a:lnTo>
                  <a:pt x="355257" y="272034"/>
                </a:lnTo>
                <a:close/>
              </a:path>
              <a:path w="1274445" h="508634">
                <a:moveTo>
                  <a:pt x="138609" y="272034"/>
                </a:moveTo>
                <a:lnTo>
                  <a:pt x="67564" y="272034"/>
                </a:lnTo>
                <a:lnTo>
                  <a:pt x="158292" y="447801"/>
                </a:lnTo>
                <a:lnTo>
                  <a:pt x="196481" y="447801"/>
                </a:lnTo>
                <a:lnTo>
                  <a:pt x="248084" y="348361"/>
                </a:lnTo>
                <a:lnTo>
                  <a:pt x="177876" y="348361"/>
                </a:lnTo>
                <a:lnTo>
                  <a:pt x="138609" y="272034"/>
                </a:lnTo>
                <a:close/>
              </a:path>
              <a:path w="1274445" h="508634">
                <a:moveTo>
                  <a:pt x="353745" y="166243"/>
                </a:moveTo>
                <a:lnTo>
                  <a:pt x="273215" y="166243"/>
                </a:lnTo>
                <a:lnTo>
                  <a:pt x="271487" y="167386"/>
                </a:lnTo>
                <a:lnTo>
                  <a:pt x="270611" y="169037"/>
                </a:lnTo>
                <a:lnTo>
                  <a:pt x="177876" y="348361"/>
                </a:lnTo>
                <a:lnTo>
                  <a:pt x="248084" y="348361"/>
                </a:lnTo>
                <a:lnTo>
                  <a:pt x="287693" y="272034"/>
                </a:lnTo>
                <a:lnTo>
                  <a:pt x="355257" y="272034"/>
                </a:lnTo>
                <a:lnTo>
                  <a:pt x="355257" y="167766"/>
                </a:lnTo>
                <a:lnTo>
                  <a:pt x="353745" y="166243"/>
                </a:lnTo>
                <a:close/>
              </a:path>
              <a:path w="1274445" h="508634">
                <a:moveTo>
                  <a:pt x="1272857" y="166243"/>
                </a:moveTo>
                <a:lnTo>
                  <a:pt x="1123251" y="166243"/>
                </a:lnTo>
                <a:lnTo>
                  <a:pt x="1090745" y="172797"/>
                </a:lnTo>
                <a:lnTo>
                  <a:pt x="1064180" y="190674"/>
                </a:lnTo>
                <a:lnTo>
                  <a:pt x="1046259" y="217195"/>
                </a:lnTo>
                <a:lnTo>
                  <a:pt x="1039685" y="249682"/>
                </a:lnTo>
                <a:lnTo>
                  <a:pt x="1039685" y="420624"/>
                </a:lnTo>
                <a:lnTo>
                  <a:pt x="1046259" y="453110"/>
                </a:lnTo>
                <a:lnTo>
                  <a:pt x="1064180" y="479631"/>
                </a:lnTo>
                <a:lnTo>
                  <a:pt x="1090745" y="497508"/>
                </a:lnTo>
                <a:lnTo>
                  <a:pt x="1123251" y="504063"/>
                </a:lnTo>
                <a:lnTo>
                  <a:pt x="1272857" y="504063"/>
                </a:lnTo>
                <a:lnTo>
                  <a:pt x="1274381" y="502538"/>
                </a:lnTo>
                <a:lnTo>
                  <a:pt x="1274381" y="441960"/>
                </a:lnTo>
                <a:lnTo>
                  <a:pt x="1272857" y="440436"/>
                </a:lnTo>
                <a:lnTo>
                  <a:pt x="1114361" y="440436"/>
                </a:lnTo>
                <a:lnTo>
                  <a:pt x="1107249" y="433324"/>
                </a:lnTo>
                <a:lnTo>
                  <a:pt x="1107249" y="366013"/>
                </a:lnTo>
                <a:lnTo>
                  <a:pt x="1256855" y="366013"/>
                </a:lnTo>
                <a:lnTo>
                  <a:pt x="1258379" y="364489"/>
                </a:lnTo>
                <a:lnTo>
                  <a:pt x="1258379" y="303911"/>
                </a:lnTo>
                <a:lnTo>
                  <a:pt x="1256855" y="302387"/>
                </a:lnTo>
                <a:lnTo>
                  <a:pt x="1107249" y="302387"/>
                </a:lnTo>
                <a:lnTo>
                  <a:pt x="1107249" y="236982"/>
                </a:lnTo>
                <a:lnTo>
                  <a:pt x="1114361" y="229870"/>
                </a:lnTo>
                <a:lnTo>
                  <a:pt x="1272857" y="229870"/>
                </a:lnTo>
                <a:lnTo>
                  <a:pt x="1274381" y="228346"/>
                </a:lnTo>
                <a:lnTo>
                  <a:pt x="1274381" y="167766"/>
                </a:lnTo>
                <a:lnTo>
                  <a:pt x="1272857" y="166243"/>
                </a:lnTo>
                <a:close/>
              </a:path>
              <a:path w="1274445" h="508634">
                <a:moveTo>
                  <a:pt x="60083" y="27304"/>
                </a:moveTo>
                <a:lnTo>
                  <a:pt x="33248" y="27304"/>
                </a:lnTo>
                <a:lnTo>
                  <a:pt x="33248" y="120903"/>
                </a:lnTo>
                <a:lnTo>
                  <a:pt x="33807" y="121538"/>
                </a:lnTo>
                <a:lnTo>
                  <a:pt x="59512" y="121538"/>
                </a:lnTo>
                <a:lnTo>
                  <a:pt x="60083" y="120903"/>
                </a:lnTo>
                <a:lnTo>
                  <a:pt x="60083" y="27304"/>
                </a:lnTo>
                <a:close/>
              </a:path>
              <a:path w="1274445" h="508634">
                <a:moveTo>
                  <a:pt x="92748" y="2032"/>
                </a:moveTo>
                <a:lnTo>
                  <a:pt x="571" y="2032"/>
                </a:lnTo>
                <a:lnTo>
                  <a:pt x="0" y="2539"/>
                </a:lnTo>
                <a:lnTo>
                  <a:pt x="0" y="26670"/>
                </a:lnTo>
                <a:lnTo>
                  <a:pt x="571" y="27304"/>
                </a:lnTo>
                <a:lnTo>
                  <a:pt x="92748" y="27304"/>
                </a:lnTo>
                <a:lnTo>
                  <a:pt x="93319" y="26670"/>
                </a:lnTo>
                <a:lnTo>
                  <a:pt x="93319" y="2539"/>
                </a:lnTo>
                <a:lnTo>
                  <a:pt x="92748" y="2032"/>
                </a:lnTo>
                <a:close/>
              </a:path>
              <a:path w="1274445" h="508634">
                <a:moveTo>
                  <a:pt x="131876" y="2032"/>
                </a:moveTo>
                <a:lnTo>
                  <a:pt x="106172" y="2032"/>
                </a:lnTo>
                <a:lnTo>
                  <a:pt x="105600" y="2539"/>
                </a:lnTo>
                <a:lnTo>
                  <a:pt x="105600" y="120903"/>
                </a:lnTo>
                <a:lnTo>
                  <a:pt x="106172" y="121538"/>
                </a:lnTo>
                <a:lnTo>
                  <a:pt x="131876" y="121538"/>
                </a:lnTo>
                <a:lnTo>
                  <a:pt x="132435" y="120903"/>
                </a:lnTo>
                <a:lnTo>
                  <a:pt x="132435" y="74040"/>
                </a:lnTo>
                <a:lnTo>
                  <a:pt x="207238" y="74040"/>
                </a:lnTo>
                <a:lnTo>
                  <a:pt x="207238" y="48768"/>
                </a:lnTo>
                <a:lnTo>
                  <a:pt x="132435" y="48768"/>
                </a:lnTo>
                <a:lnTo>
                  <a:pt x="132435" y="2539"/>
                </a:lnTo>
                <a:lnTo>
                  <a:pt x="131876" y="2032"/>
                </a:lnTo>
                <a:close/>
              </a:path>
              <a:path w="1274445" h="508634">
                <a:moveTo>
                  <a:pt x="207238" y="74040"/>
                </a:moveTo>
                <a:lnTo>
                  <a:pt x="180403" y="74040"/>
                </a:lnTo>
                <a:lnTo>
                  <a:pt x="180403" y="120903"/>
                </a:lnTo>
                <a:lnTo>
                  <a:pt x="180962" y="121538"/>
                </a:lnTo>
                <a:lnTo>
                  <a:pt x="206667" y="121538"/>
                </a:lnTo>
                <a:lnTo>
                  <a:pt x="207238" y="120903"/>
                </a:lnTo>
                <a:lnTo>
                  <a:pt x="207238" y="74040"/>
                </a:lnTo>
                <a:close/>
              </a:path>
              <a:path w="1274445" h="508634">
                <a:moveTo>
                  <a:pt x="206667" y="2032"/>
                </a:moveTo>
                <a:lnTo>
                  <a:pt x="180962" y="2032"/>
                </a:lnTo>
                <a:lnTo>
                  <a:pt x="180403" y="2539"/>
                </a:lnTo>
                <a:lnTo>
                  <a:pt x="180403" y="48768"/>
                </a:lnTo>
                <a:lnTo>
                  <a:pt x="207238" y="48768"/>
                </a:lnTo>
                <a:lnTo>
                  <a:pt x="207238" y="2539"/>
                </a:lnTo>
                <a:lnTo>
                  <a:pt x="206667" y="2032"/>
                </a:lnTo>
                <a:close/>
              </a:path>
              <a:path w="1274445" h="508634">
                <a:moveTo>
                  <a:pt x="283921" y="0"/>
                </a:moveTo>
                <a:lnTo>
                  <a:pt x="258852" y="4697"/>
                </a:lnTo>
                <a:lnTo>
                  <a:pt x="238817" y="17668"/>
                </a:lnTo>
                <a:lnTo>
                  <a:pt x="225535" y="37236"/>
                </a:lnTo>
                <a:lnTo>
                  <a:pt x="220726" y="61722"/>
                </a:lnTo>
                <a:lnTo>
                  <a:pt x="225535" y="86227"/>
                </a:lnTo>
                <a:lnTo>
                  <a:pt x="238817" y="105838"/>
                </a:lnTo>
                <a:lnTo>
                  <a:pt x="258852" y="118854"/>
                </a:lnTo>
                <a:lnTo>
                  <a:pt x="283921" y="123571"/>
                </a:lnTo>
                <a:lnTo>
                  <a:pt x="308915" y="118854"/>
                </a:lnTo>
                <a:lnTo>
                  <a:pt x="328958" y="105838"/>
                </a:lnTo>
                <a:lnTo>
                  <a:pt x="334426" y="97789"/>
                </a:lnTo>
                <a:lnTo>
                  <a:pt x="283921" y="97789"/>
                </a:lnTo>
                <a:lnTo>
                  <a:pt x="269803" y="95047"/>
                </a:lnTo>
                <a:lnTo>
                  <a:pt x="258494" y="87471"/>
                </a:lnTo>
                <a:lnTo>
                  <a:pt x="250983" y="76037"/>
                </a:lnTo>
                <a:lnTo>
                  <a:pt x="248259" y="61722"/>
                </a:lnTo>
                <a:lnTo>
                  <a:pt x="250983" y="47426"/>
                </a:lnTo>
                <a:lnTo>
                  <a:pt x="258494" y="36036"/>
                </a:lnTo>
                <a:lnTo>
                  <a:pt x="269803" y="28503"/>
                </a:lnTo>
                <a:lnTo>
                  <a:pt x="283921" y="25781"/>
                </a:lnTo>
                <a:lnTo>
                  <a:pt x="334481" y="25781"/>
                </a:lnTo>
                <a:lnTo>
                  <a:pt x="328958" y="17668"/>
                </a:lnTo>
                <a:lnTo>
                  <a:pt x="308915" y="4697"/>
                </a:lnTo>
                <a:lnTo>
                  <a:pt x="283921" y="0"/>
                </a:lnTo>
                <a:close/>
              </a:path>
              <a:path w="1274445" h="508634">
                <a:moveTo>
                  <a:pt x="334481" y="25781"/>
                </a:moveTo>
                <a:lnTo>
                  <a:pt x="283921" y="25781"/>
                </a:lnTo>
                <a:lnTo>
                  <a:pt x="298039" y="28503"/>
                </a:lnTo>
                <a:lnTo>
                  <a:pt x="309348" y="36036"/>
                </a:lnTo>
                <a:lnTo>
                  <a:pt x="316859" y="47426"/>
                </a:lnTo>
                <a:lnTo>
                  <a:pt x="319582" y="61722"/>
                </a:lnTo>
                <a:lnTo>
                  <a:pt x="316859" y="76037"/>
                </a:lnTo>
                <a:lnTo>
                  <a:pt x="309348" y="87471"/>
                </a:lnTo>
                <a:lnTo>
                  <a:pt x="298039" y="95047"/>
                </a:lnTo>
                <a:lnTo>
                  <a:pt x="283921" y="97789"/>
                </a:lnTo>
                <a:lnTo>
                  <a:pt x="334426" y="97789"/>
                </a:lnTo>
                <a:lnTo>
                  <a:pt x="342282" y="86227"/>
                </a:lnTo>
                <a:lnTo>
                  <a:pt x="347116" y="61722"/>
                </a:lnTo>
                <a:lnTo>
                  <a:pt x="342282" y="37236"/>
                </a:lnTo>
                <a:lnTo>
                  <a:pt x="334481" y="25781"/>
                </a:lnTo>
                <a:close/>
              </a:path>
              <a:path w="1274445" h="508634">
                <a:moveTo>
                  <a:pt x="393090" y="2032"/>
                </a:moveTo>
                <a:lnTo>
                  <a:pt x="361010" y="2032"/>
                </a:lnTo>
                <a:lnTo>
                  <a:pt x="360438" y="2539"/>
                </a:lnTo>
                <a:lnTo>
                  <a:pt x="360438" y="120903"/>
                </a:lnTo>
                <a:lnTo>
                  <a:pt x="361010" y="121538"/>
                </a:lnTo>
                <a:lnTo>
                  <a:pt x="386702" y="121538"/>
                </a:lnTo>
                <a:lnTo>
                  <a:pt x="387273" y="120903"/>
                </a:lnTo>
                <a:lnTo>
                  <a:pt x="387273" y="44831"/>
                </a:lnTo>
                <a:lnTo>
                  <a:pt x="416522" y="44831"/>
                </a:lnTo>
                <a:lnTo>
                  <a:pt x="394398" y="3301"/>
                </a:lnTo>
                <a:lnTo>
                  <a:pt x="393953" y="2539"/>
                </a:lnTo>
                <a:lnTo>
                  <a:pt x="393090" y="2032"/>
                </a:lnTo>
                <a:close/>
              </a:path>
              <a:path w="1274445" h="508634">
                <a:moveTo>
                  <a:pt x="489597" y="44831"/>
                </a:moveTo>
                <a:lnTo>
                  <a:pt x="462762" y="44831"/>
                </a:lnTo>
                <a:lnTo>
                  <a:pt x="462762" y="120903"/>
                </a:lnTo>
                <a:lnTo>
                  <a:pt x="463321" y="121538"/>
                </a:lnTo>
                <a:lnTo>
                  <a:pt x="489026" y="121538"/>
                </a:lnTo>
                <a:lnTo>
                  <a:pt x="489597" y="120903"/>
                </a:lnTo>
                <a:lnTo>
                  <a:pt x="489597" y="44831"/>
                </a:lnTo>
                <a:close/>
              </a:path>
              <a:path w="1274445" h="508634">
                <a:moveTo>
                  <a:pt x="416522" y="44831"/>
                </a:moveTo>
                <a:lnTo>
                  <a:pt x="387273" y="44831"/>
                </a:lnTo>
                <a:lnTo>
                  <a:pt x="417398" y="101346"/>
                </a:lnTo>
                <a:lnTo>
                  <a:pt x="432638" y="101346"/>
                </a:lnTo>
                <a:lnTo>
                  <a:pt x="454097" y="61087"/>
                </a:lnTo>
                <a:lnTo>
                  <a:pt x="425183" y="61087"/>
                </a:lnTo>
                <a:lnTo>
                  <a:pt x="416522" y="44831"/>
                </a:lnTo>
                <a:close/>
              </a:path>
              <a:path w="1274445" h="508634">
                <a:moveTo>
                  <a:pt x="489026" y="2032"/>
                </a:moveTo>
                <a:lnTo>
                  <a:pt x="457453" y="2032"/>
                </a:lnTo>
                <a:lnTo>
                  <a:pt x="456590" y="2539"/>
                </a:lnTo>
                <a:lnTo>
                  <a:pt x="456158" y="3301"/>
                </a:lnTo>
                <a:lnTo>
                  <a:pt x="425183" y="61087"/>
                </a:lnTo>
                <a:lnTo>
                  <a:pt x="454097" y="61087"/>
                </a:lnTo>
                <a:lnTo>
                  <a:pt x="462762" y="44831"/>
                </a:lnTo>
                <a:lnTo>
                  <a:pt x="489597" y="44831"/>
                </a:lnTo>
                <a:lnTo>
                  <a:pt x="489597" y="2539"/>
                </a:lnTo>
                <a:lnTo>
                  <a:pt x="489026" y="2032"/>
                </a:lnTo>
                <a:close/>
              </a:path>
              <a:path w="1274445" h="508634">
                <a:moveTo>
                  <a:pt x="633326" y="84962"/>
                </a:moveTo>
                <a:lnTo>
                  <a:pt x="632333" y="84962"/>
                </a:lnTo>
                <a:lnTo>
                  <a:pt x="619493" y="103886"/>
                </a:lnTo>
                <a:lnTo>
                  <a:pt x="619125" y="104394"/>
                </a:lnTo>
                <a:lnTo>
                  <a:pt x="655904" y="122291"/>
                </a:lnTo>
                <a:lnTo>
                  <a:pt x="669582" y="123571"/>
                </a:lnTo>
                <a:lnTo>
                  <a:pt x="688213" y="120904"/>
                </a:lnTo>
                <a:lnTo>
                  <a:pt x="703213" y="113379"/>
                </a:lnTo>
                <a:lnTo>
                  <a:pt x="713214" y="101711"/>
                </a:lnTo>
                <a:lnTo>
                  <a:pt x="713700" y="99695"/>
                </a:lnTo>
                <a:lnTo>
                  <a:pt x="669404" y="99695"/>
                </a:lnTo>
                <a:lnTo>
                  <a:pt x="660055" y="98649"/>
                </a:lnTo>
                <a:lnTo>
                  <a:pt x="650636" y="95710"/>
                </a:lnTo>
                <a:lnTo>
                  <a:pt x="641690" y="91176"/>
                </a:lnTo>
                <a:lnTo>
                  <a:pt x="633755" y="85344"/>
                </a:lnTo>
                <a:lnTo>
                  <a:pt x="633326" y="84962"/>
                </a:lnTo>
                <a:close/>
              </a:path>
              <a:path w="1274445" h="508634">
                <a:moveTo>
                  <a:pt x="574763" y="2032"/>
                </a:moveTo>
                <a:lnTo>
                  <a:pt x="544474" y="2032"/>
                </a:lnTo>
                <a:lnTo>
                  <a:pt x="543534" y="2666"/>
                </a:lnTo>
                <a:lnTo>
                  <a:pt x="499579" y="119761"/>
                </a:lnTo>
                <a:lnTo>
                  <a:pt x="499217" y="120776"/>
                </a:lnTo>
                <a:lnTo>
                  <a:pt x="499349" y="120776"/>
                </a:lnTo>
                <a:lnTo>
                  <a:pt x="499872" y="121538"/>
                </a:lnTo>
                <a:lnTo>
                  <a:pt x="526961" y="121538"/>
                </a:lnTo>
                <a:lnTo>
                  <a:pt x="527913" y="120776"/>
                </a:lnTo>
                <a:lnTo>
                  <a:pt x="535114" y="100584"/>
                </a:lnTo>
                <a:lnTo>
                  <a:pt x="612595" y="100584"/>
                </a:lnTo>
                <a:lnTo>
                  <a:pt x="603352" y="76061"/>
                </a:lnTo>
                <a:lnTo>
                  <a:pt x="603261" y="75819"/>
                </a:lnTo>
                <a:lnTo>
                  <a:pt x="543775" y="75819"/>
                </a:lnTo>
                <a:lnTo>
                  <a:pt x="559358" y="31623"/>
                </a:lnTo>
                <a:lnTo>
                  <a:pt x="586602" y="31623"/>
                </a:lnTo>
                <a:lnTo>
                  <a:pt x="576167" y="3937"/>
                </a:lnTo>
                <a:lnTo>
                  <a:pt x="575703" y="2666"/>
                </a:lnTo>
                <a:lnTo>
                  <a:pt x="574763" y="2032"/>
                </a:lnTo>
                <a:close/>
              </a:path>
              <a:path w="1274445" h="508634">
                <a:moveTo>
                  <a:pt x="612595" y="100584"/>
                </a:moveTo>
                <a:lnTo>
                  <a:pt x="583590" y="100584"/>
                </a:lnTo>
                <a:lnTo>
                  <a:pt x="590804" y="120776"/>
                </a:lnTo>
                <a:lnTo>
                  <a:pt x="591756" y="121538"/>
                </a:lnTo>
                <a:lnTo>
                  <a:pt x="619531" y="121538"/>
                </a:lnTo>
                <a:lnTo>
                  <a:pt x="619966" y="120904"/>
                </a:lnTo>
                <a:lnTo>
                  <a:pt x="620053" y="120776"/>
                </a:lnTo>
                <a:lnTo>
                  <a:pt x="620186" y="120776"/>
                </a:lnTo>
                <a:lnTo>
                  <a:pt x="619823" y="119761"/>
                </a:lnTo>
                <a:lnTo>
                  <a:pt x="612595" y="100584"/>
                </a:lnTo>
                <a:close/>
              </a:path>
              <a:path w="1274445" h="508634">
                <a:moveTo>
                  <a:pt x="669582" y="0"/>
                </a:moveTo>
                <a:lnTo>
                  <a:pt x="650776" y="2538"/>
                </a:lnTo>
                <a:lnTo>
                  <a:pt x="636236" y="9731"/>
                </a:lnTo>
                <a:lnTo>
                  <a:pt x="626857" y="20949"/>
                </a:lnTo>
                <a:lnTo>
                  <a:pt x="623531" y="35560"/>
                </a:lnTo>
                <a:lnTo>
                  <a:pt x="626691" y="49657"/>
                </a:lnTo>
                <a:lnTo>
                  <a:pt x="635433" y="60420"/>
                </a:lnTo>
                <a:lnTo>
                  <a:pt x="648654" y="68278"/>
                </a:lnTo>
                <a:lnTo>
                  <a:pt x="665251" y="73660"/>
                </a:lnTo>
                <a:lnTo>
                  <a:pt x="674342" y="76061"/>
                </a:lnTo>
                <a:lnTo>
                  <a:pt x="682023" y="78866"/>
                </a:lnTo>
                <a:lnTo>
                  <a:pt x="687334" y="82625"/>
                </a:lnTo>
                <a:lnTo>
                  <a:pt x="689317" y="87884"/>
                </a:lnTo>
                <a:lnTo>
                  <a:pt x="689317" y="94996"/>
                </a:lnTo>
                <a:lnTo>
                  <a:pt x="680148" y="99695"/>
                </a:lnTo>
                <a:lnTo>
                  <a:pt x="713700" y="99695"/>
                </a:lnTo>
                <a:lnTo>
                  <a:pt x="698823" y="57864"/>
                </a:lnTo>
                <a:lnTo>
                  <a:pt x="664859" y="46241"/>
                </a:lnTo>
                <a:lnTo>
                  <a:pt x="657871" y="43449"/>
                </a:lnTo>
                <a:lnTo>
                  <a:pt x="652927" y="39633"/>
                </a:lnTo>
                <a:lnTo>
                  <a:pt x="651052" y="34544"/>
                </a:lnTo>
                <a:lnTo>
                  <a:pt x="651052" y="28321"/>
                </a:lnTo>
                <a:lnTo>
                  <a:pt x="658672" y="23875"/>
                </a:lnTo>
                <a:lnTo>
                  <a:pt x="706175" y="23875"/>
                </a:lnTo>
                <a:lnTo>
                  <a:pt x="711593" y="14986"/>
                </a:lnTo>
                <a:lnTo>
                  <a:pt x="682331" y="1039"/>
                </a:lnTo>
                <a:lnTo>
                  <a:pt x="669582" y="0"/>
                </a:lnTo>
                <a:close/>
              </a:path>
              <a:path w="1274445" h="508634">
                <a:moveTo>
                  <a:pt x="586602" y="31623"/>
                </a:moveTo>
                <a:lnTo>
                  <a:pt x="559358" y="31623"/>
                </a:lnTo>
                <a:lnTo>
                  <a:pt x="574941" y="75819"/>
                </a:lnTo>
                <a:lnTo>
                  <a:pt x="603261" y="75819"/>
                </a:lnTo>
                <a:lnTo>
                  <a:pt x="586602" y="31623"/>
                </a:lnTo>
                <a:close/>
              </a:path>
              <a:path w="1274445" h="508634">
                <a:moveTo>
                  <a:pt x="706175" y="23875"/>
                </a:moveTo>
                <a:lnTo>
                  <a:pt x="669404" y="23875"/>
                </a:lnTo>
                <a:lnTo>
                  <a:pt x="677429" y="24624"/>
                </a:lnTo>
                <a:lnTo>
                  <a:pt x="685198" y="26717"/>
                </a:lnTo>
                <a:lnTo>
                  <a:pt x="692283" y="29930"/>
                </a:lnTo>
                <a:lnTo>
                  <a:pt x="698258" y="34036"/>
                </a:lnTo>
                <a:lnTo>
                  <a:pt x="698855" y="34544"/>
                </a:lnTo>
                <a:lnTo>
                  <a:pt x="699731" y="34416"/>
                </a:lnTo>
                <a:lnTo>
                  <a:pt x="700138" y="33782"/>
                </a:lnTo>
                <a:lnTo>
                  <a:pt x="706175" y="23875"/>
                </a:lnTo>
                <a:close/>
              </a:path>
              <a:path w="1274445" h="508634">
                <a:moveTo>
                  <a:pt x="901001" y="166243"/>
                </a:moveTo>
                <a:lnTo>
                  <a:pt x="752144" y="166243"/>
                </a:lnTo>
                <a:lnTo>
                  <a:pt x="750633" y="167766"/>
                </a:lnTo>
                <a:lnTo>
                  <a:pt x="750633" y="502538"/>
                </a:lnTo>
                <a:lnTo>
                  <a:pt x="752144" y="504063"/>
                </a:lnTo>
                <a:lnTo>
                  <a:pt x="816673" y="504063"/>
                </a:lnTo>
                <a:lnTo>
                  <a:pt x="818197" y="502538"/>
                </a:lnTo>
                <a:lnTo>
                  <a:pt x="818197" y="393953"/>
                </a:lnTo>
                <a:lnTo>
                  <a:pt x="957718" y="393953"/>
                </a:lnTo>
                <a:lnTo>
                  <a:pt x="951166" y="383413"/>
                </a:lnTo>
                <a:lnTo>
                  <a:pt x="978237" y="365896"/>
                </a:lnTo>
                <a:lnTo>
                  <a:pt x="999236" y="341582"/>
                </a:lnTo>
                <a:lnTo>
                  <a:pt x="1004355" y="330326"/>
                </a:lnTo>
                <a:lnTo>
                  <a:pt x="818197" y="330326"/>
                </a:lnTo>
                <a:lnTo>
                  <a:pt x="818197" y="229870"/>
                </a:lnTo>
                <a:lnTo>
                  <a:pt x="1004238" y="229870"/>
                </a:lnTo>
                <a:lnTo>
                  <a:pt x="982344" y="198897"/>
                </a:lnTo>
                <a:lnTo>
                  <a:pt x="945518" y="174980"/>
                </a:lnTo>
                <a:lnTo>
                  <a:pt x="901001" y="166243"/>
                </a:lnTo>
                <a:close/>
              </a:path>
              <a:path w="1274445" h="508634">
                <a:moveTo>
                  <a:pt x="957718" y="393953"/>
                </a:moveTo>
                <a:lnTo>
                  <a:pt x="818197" y="393953"/>
                </a:lnTo>
                <a:lnTo>
                  <a:pt x="884237" y="394208"/>
                </a:lnTo>
                <a:lnTo>
                  <a:pt x="951039" y="501650"/>
                </a:lnTo>
                <a:lnTo>
                  <a:pt x="951928" y="503174"/>
                </a:lnTo>
                <a:lnTo>
                  <a:pt x="953579" y="504063"/>
                </a:lnTo>
                <a:lnTo>
                  <a:pt x="1022667" y="504063"/>
                </a:lnTo>
                <a:lnTo>
                  <a:pt x="1024318" y="501141"/>
                </a:lnTo>
                <a:lnTo>
                  <a:pt x="1022921" y="498856"/>
                </a:lnTo>
                <a:lnTo>
                  <a:pt x="957718" y="393953"/>
                </a:lnTo>
                <a:close/>
              </a:path>
              <a:path w="1274445" h="508634">
                <a:moveTo>
                  <a:pt x="1004238" y="229870"/>
                </a:moveTo>
                <a:lnTo>
                  <a:pt x="903414" y="229870"/>
                </a:lnTo>
                <a:lnTo>
                  <a:pt x="922932" y="233816"/>
                </a:lnTo>
                <a:lnTo>
                  <a:pt x="938879" y="244586"/>
                </a:lnTo>
                <a:lnTo>
                  <a:pt x="949634" y="260570"/>
                </a:lnTo>
                <a:lnTo>
                  <a:pt x="953579" y="280162"/>
                </a:lnTo>
                <a:lnTo>
                  <a:pt x="949634" y="299680"/>
                </a:lnTo>
                <a:lnTo>
                  <a:pt x="938879" y="315626"/>
                </a:lnTo>
                <a:lnTo>
                  <a:pt x="922932" y="326382"/>
                </a:lnTo>
                <a:lnTo>
                  <a:pt x="903414" y="330326"/>
                </a:lnTo>
                <a:lnTo>
                  <a:pt x="1004355" y="330326"/>
                </a:lnTo>
                <a:lnTo>
                  <a:pt x="1012709" y="311957"/>
                </a:lnTo>
                <a:lnTo>
                  <a:pt x="1017206" y="278511"/>
                </a:lnTo>
                <a:lnTo>
                  <a:pt x="1007550" y="234555"/>
                </a:lnTo>
                <a:lnTo>
                  <a:pt x="1004238" y="229870"/>
                </a:lnTo>
                <a:close/>
              </a:path>
              <a:path w="1274445" h="508634">
                <a:moveTo>
                  <a:pt x="552945" y="161798"/>
                </a:moveTo>
                <a:lnTo>
                  <a:pt x="506858" y="167989"/>
                </a:lnTo>
                <a:lnTo>
                  <a:pt x="465444" y="185462"/>
                </a:lnTo>
                <a:lnTo>
                  <a:pt x="430356" y="212566"/>
                </a:lnTo>
                <a:lnTo>
                  <a:pt x="403248" y="247650"/>
                </a:lnTo>
                <a:lnTo>
                  <a:pt x="385770" y="289062"/>
                </a:lnTo>
                <a:lnTo>
                  <a:pt x="379577" y="335152"/>
                </a:lnTo>
                <a:lnTo>
                  <a:pt x="379586" y="343408"/>
                </a:lnTo>
                <a:lnTo>
                  <a:pt x="380166" y="351409"/>
                </a:lnTo>
                <a:lnTo>
                  <a:pt x="381228" y="359028"/>
                </a:lnTo>
                <a:lnTo>
                  <a:pt x="445985" y="359028"/>
                </a:lnTo>
                <a:lnTo>
                  <a:pt x="444271" y="351409"/>
                </a:lnTo>
                <a:lnTo>
                  <a:pt x="443344" y="343408"/>
                </a:lnTo>
                <a:lnTo>
                  <a:pt x="443344" y="335152"/>
                </a:lnTo>
                <a:lnTo>
                  <a:pt x="451957" y="292524"/>
                </a:lnTo>
                <a:lnTo>
                  <a:pt x="475446" y="257682"/>
                </a:lnTo>
                <a:lnTo>
                  <a:pt x="510284" y="234176"/>
                </a:lnTo>
                <a:lnTo>
                  <a:pt x="552945" y="225551"/>
                </a:lnTo>
                <a:lnTo>
                  <a:pt x="685560" y="225551"/>
                </a:lnTo>
                <a:lnTo>
                  <a:pt x="675527" y="212566"/>
                </a:lnTo>
                <a:lnTo>
                  <a:pt x="640442" y="185462"/>
                </a:lnTo>
                <a:lnTo>
                  <a:pt x="599031" y="167989"/>
                </a:lnTo>
                <a:lnTo>
                  <a:pt x="552945" y="161798"/>
                </a:lnTo>
                <a:close/>
              </a:path>
              <a:path w="1274445" h="508634">
                <a:moveTo>
                  <a:pt x="685560" y="225551"/>
                </a:moveTo>
                <a:lnTo>
                  <a:pt x="552945" y="225551"/>
                </a:lnTo>
                <a:lnTo>
                  <a:pt x="595605" y="234176"/>
                </a:lnTo>
                <a:lnTo>
                  <a:pt x="630443" y="257682"/>
                </a:lnTo>
                <a:lnTo>
                  <a:pt x="653932" y="292524"/>
                </a:lnTo>
                <a:lnTo>
                  <a:pt x="662546" y="335152"/>
                </a:lnTo>
                <a:lnTo>
                  <a:pt x="662546" y="343408"/>
                </a:lnTo>
                <a:lnTo>
                  <a:pt x="661606" y="351409"/>
                </a:lnTo>
                <a:lnTo>
                  <a:pt x="659904" y="359028"/>
                </a:lnTo>
                <a:lnTo>
                  <a:pt x="724662" y="359028"/>
                </a:lnTo>
                <a:lnTo>
                  <a:pt x="725711" y="351409"/>
                </a:lnTo>
                <a:lnTo>
                  <a:pt x="726291" y="343408"/>
                </a:lnTo>
                <a:lnTo>
                  <a:pt x="726300" y="335152"/>
                </a:lnTo>
                <a:lnTo>
                  <a:pt x="720108" y="289062"/>
                </a:lnTo>
                <a:lnTo>
                  <a:pt x="702633" y="247650"/>
                </a:lnTo>
                <a:lnTo>
                  <a:pt x="685560" y="225551"/>
                </a:lnTo>
                <a:close/>
              </a:path>
              <a:path w="1274445" h="508634">
                <a:moveTo>
                  <a:pt x="710844" y="406781"/>
                </a:moveTo>
                <a:lnTo>
                  <a:pt x="395046" y="406781"/>
                </a:lnTo>
                <a:lnTo>
                  <a:pt x="421350" y="448018"/>
                </a:lnTo>
                <a:lnTo>
                  <a:pt x="457898" y="480171"/>
                </a:lnTo>
                <a:lnTo>
                  <a:pt x="502495" y="501060"/>
                </a:lnTo>
                <a:lnTo>
                  <a:pt x="552945" y="508508"/>
                </a:lnTo>
                <a:lnTo>
                  <a:pt x="603389" y="501060"/>
                </a:lnTo>
                <a:lnTo>
                  <a:pt x="647987" y="480171"/>
                </a:lnTo>
                <a:lnTo>
                  <a:pt x="684538" y="448018"/>
                </a:lnTo>
                <a:lnTo>
                  <a:pt x="710844" y="4067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3242" y="453339"/>
            <a:ext cx="810069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4766" y="1464056"/>
            <a:ext cx="10093325" cy="4461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94769" y="6513817"/>
            <a:ext cx="2343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www.w3schools.com/datascience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96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38042" y="5842"/>
            <a:ext cx="9051925" cy="6343650"/>
          </a:xfrm>
          <a:custGeom>
            <a:avLst/>
            <a:gdLst/>
            <a:ahLst/>
            <a:cxnLst/>
            <a:rect l="l" t="t" r="r" b="b"/>
            <a:pathLst>
              <a:path w="9051925" h="6343650">
                <a:moveTo>
                  <a:pt x="186690" y="6247879"/>
                </a:moveTo>
                <a:lnTo>
                  <a:pt x="194309" y="6276339"/>
                </a:lnTo>
                <a:lnTo>
                  <a:pt x="444499" y="6343383"/>
                </a:lnTo>
                <a:lnTo>
                  <a:pt x="543179" y="6343383"/>
                </a:lnTo>
                <a:lnTo>
                  <a:pt x="186690" y="6247879"/>
                </a:lnTo>
                <a:close/>
              </a:path>
              <a:path w="9051925" h="6343650">
                <a:moveTo>
                  <a:pt x="301018" y="4943475"/>
                </a:moveTo>
                <a:lnTo>
                  <a:pt x="71627" y="4943475"/>
                </a:lnTo>
                <a:lnTo>
                  <a:pt x="718566" y="5116703"/>
                </a:lnTo>
                <a:lnTo>
                  <a:pt x="947650" y="5055361"/>
                </a:lnTo>
                <a:lnTo>
                  <a:pt x="718566" y="5055361"/>
                </a:lnTo>
                <a:lnTo>
                  <a:pt x="301018" y="4943475"/>
                </a:lnTo>
                <a:close/>
              </a:path>
              <a:path w="9051925" h="6343650">
                <a:moveTo>
                  <a:pt x="1594894" y="4943475"/>
                </a:moveTo>
                <a:lnTo>
                  <a:pt x="1365504" y="4943475"/>
                </a:lnTo>
                <a:lnTo>
                  <a:pt x="2012442" y="5116703"/>
                </a:lnTo>
                <a:lnTo>
                  <a:pt x="2214372" y="5062601"/>
                </a:lnTo>
                <a:lnTo>
                  <a:pt x="2213829" y="5055361"/>
                </a:lnTo>
                <a:lnTo>
                  <a:pt x="2012442" y="5055361"/>
                </a:lnTo>
                <a:lnTo>
                  <a:pt x="1594894" y="4943475"/>
                </a:lnTo>
                <a:close/>
              </a:path>
              <a:path w="9051925" h="6343650">
                <a:moveTo>
                  <a:pt x="1365504" y="4882007"/>
                </a:moveTo>
                <a:lnTo>
                  <a:pt x="718566" y="5055361"/>
                </a:lnTo>
                <a:lnTo>
                  <a:pt x="947650" y="5055361"/>
                </a:lnTo>
                <a:lnTo>
                  <a:pt x="1365504" y="4943475"/>
                </a:lnTo>
                <a:lnTo>
                  <a:pt x="1594894" y="4943475"/>
                </a:lnTo>
                <a:lnTo>
                  <a:pt x="1365504" y="4882007"/>
                </a:lnTo>
                <a:close/>
              </a:path>
              <a:path w="9051925" h="6343650">
                <a:moveTo>
                  <a:pt x="2210054" y="5002403"/>
                </a:moveTo>
                <a:lnTo>
                  <a:pt x="2012442" y="5055361"/>
                </a:lnTo>
                <a:lnTo>
                  <a:pt x="2213829" y="5055361"/>
                </a:lnTo>
                <a:lnTo>
                  <a:pt x="2212117" y="5032502"/>
                </a:lnTo>
                <a:lnTo>
                  <a:pt x="2211050" y="5017452"/>
                </a:lnTo>
                <a:lnTo>
                  <a:pt x="2210054" y="5002403"/>
                </a:lnTo>
                <a:close/>
              </a:path>
              <a:path w="9051925" h="6343650">
                <a:moveTo>
                  <a:pt x="71627" y="4882007"/>
                </a:moveTo>
                <a:lnTo>
                  <a:pt x="1650" y="4900803"/>
                </a:lnTo>
                <a:lnTo>
                  <a:pt x="2667" y="4943475"/>
                </a:lnTo>
                <a:lnTo>
                  <a:pt x="3175" y="4961762"/>
                </a:lnTo>
                <a:lnTo>
                  <a:pt x="71627" y="4943475"/>
                </a:lnTo>
                <a:lnTo>
                  <a:pt x="301018" y="4943475"/>
                </a:lnTo>
                <a:lnTo>
                  <a:pt x="71627" y="4882007"/>
                </a:lnTo>
                <a:close/>
              </a:path>
              <a:path w="9051925" h="6343650">
                <a:moveTo>
                  <a:pt x="72389" y="3822700"/>
                </a:moveTo>
                <a:lnTo>
                  <a:pt x="68816" y="3848100"/>
                </a:lnTo>
                <a:lnTo>
                  <a:pt x="65325" y="3860800"/>
                </a:lnTo>
                <a:lnTo>
                  <a:pt x="61906" y="3886200"/>
                </a:lnTo>
                <a:lnTo>
                  <a:pt x="58546" y="3911600"/>
                </a:lnTo>
                <a:lnTo>
                  <a:pt x="71627" y="3911600"/>
                </a:lnTo>
                <a:lnTo>
                  <a:pt x="718566" y="4076700"/>
                </a:lnTo>
                <a:lnTo>
                  <a:pt x="1066917" y="3987800"/>
                </a:lnTo>
                <a:lnTo>
                  <a:pt x="718566" y="3987800"/>
                </a:lnTo>
                <a:lnTo>
                  <a:pt x="72389" y="3822700"/>
                </a:lnTo>
                <a:close/>
              </a:path>
              <a:path w="9051925" h="6343650">
                <a:moveTo>
                  <a:pt x="1713855" y="3911600"/>
                </a:moveTo>
                <a:lnTo>
                  <a:pt x="1365504" y="3911600"/>
                </a:lnTo>
                <a:lnTo>
                  <a:pt x="2012442" y="4076700"/>
                </a:lnTo>
                <a:lnTo>
                  <a:pt x="2275078" y="4013200"/>
                </a:lnTo>
                <a:lnTo>
                  <a:pt x="2279836" y="3987800"/>
                </a:lnTo>
                <a:lnTo>
                  <a:pt x="2012442" y="3987800"/>
                </a:lnTo>
                <a:lnTo>
                  <a:pt x="1713855" y="3911600"/>
                </a:lnTo>
                <a:close/>
              </a:path>
              <a:path w="9051925" h="6343650">
                <a:moveTo>
                  <a:pt x="1365504" y="3822700"/>
                </a:moveTo>
                <a:lnTo>
                  <a:pt x="718566" y="3987800"/>
                </a:lnTo>
                <a:lnTo>
                  <a:pt x="1066917" y="3987800"/>
                </a:lnTo>
                <a:lnTo>
                  <a:pt x="1365504" y="3911600"/>
                </a:lnTo>
                <a:lnTo>
                  <a:pt x="1713855" y="3911600"/>
                </a:lnTo>
                <a:lnTo>
                  <a:pt x="1365504" y="3822700"/>
                </a:lnTo>
                <a:close/>
              </a:path>
              <a:path w="9051925" h="6343650">
                <a:moveTo>
                  <a:pt x="2295017" y="3911600"/>
                </a:moveTo>
                <a:lnTo>
                  <a:pt x="2012442" y="3987800"/>
                </a:lnTo>
                <a:lnTo>
                  <a:pt x="2279836" y="3987800"/>
                </a:lnTo>
                <a:lnTo>
                  <a:pt x="2284761" y="3962400"/>
                </a:lnTo>
                <a:lnTo>
                  <a:pt x="2289829" y="3937000"/>
                </a:lnTo>
                <a:lnTo>
                  <a:pt x="2295017" y="3911600"/>
                </a:lnTo>
                <a:close/>
              </a:path>
              <a:path w="9051925" h="6343650">
                <a:moveTo>
                  <a:pt x="117982" y="3568700"/>
                </a:moveTo>
                <a:lnTo>
                  <a:pt x="113385" y="3594100"/>
                </a:lnTo>
                <a:lnTo>
                  <a:pt x="108918" y="3606800"/>
                </a:lnTo>
                <a:lnTo>
                  <a:pt x="104570" y="3632200"/>
                </a:lnTo>
                <a:lnTo>
                  <a:pt x="100330" y="3657600"/>
                </a:lnTo>
                <a:lnTo>
                  <a:pt x="718566" y="3822700"/>
                </a:lnTo>
                <a:lnTo>
                  <a:pt x="1088244" y="3721100"/>
                </a:lnTo>
                <a:lnTo>
                  <a:pt x="718566" y="3721100"/>
                </a:lnTo>
                <a:lnTo>
                  <a:pt x="117982" y="3568700"/>
                </a:lnTo>
                <a:close/>
              </a:path>
              <a:path w="9051925" h="6343650">
                <a:moveTo>
                  <a:pt x="1713855" y="3644900"/>
                </a:moveTo>
                <a:lnTo>
                  <a:pt x="1365504" y="3644900"/>
                </a:lnTo>
                <a:lnTo>
                  <a:pt x="2012442" y="3822700"/>
                </a:lnTo>
                <a:lnTo>
                  <a:pt x="2340864" y="3733800"/>
                </a:lnTo>
                <a:lnTo>
                  <a:pt x="2344557" y="3721100"/>
                </a:lnTo>
                <a:lnTo>
                  <a:pt x="2012442" y="3721100"/>
                </a:lnTo>
                <a:lnTo>
                  <a:pt x="1713855" y="3644900"/>
                </a:lnTo>
                <a:close/>
              </a:path>
              <a:path w="9051925" h="6343650">
                <a:moveTo>
                  <a:pt x="1365504" y="3556000"/>
                </a:moveTo>
                <a:lnTo>
                  <a:pt x="718566" y="3721100"/>
                </a:lnTo>
                <a:lnTo>
                  <a:pt x="1088244" y="3721100"/>
                </a:lnTo>
                <a:lnTo>
                  <a:pt x="1365504" y="3644900"/>
                </a:lnTo>
                <a:lnTo>
                  <a:pt x="1713855" y="3644900"/>
                </a:lnTo>
                <a:lnTo>
                  <a:pt x="1365504" y="3556000"/>
                </a:lnTo>
                <a:close/>
              </a:path>
              <a:path w="9051925" h="6343650">
                <a:moveTo>
                  <a:pt x="2371344" y="3632200"/>
                </a:moveTo>
                <a:lnTo>
                  <a:pt x="2012442" y="3721100"/>
                </a:lnTo>
                <a:lnTo>
                  <a:pt x="2344557" y="3721100"/>
                </a:lnTo>
                <a:lnTo>
                  <a:pt x="2348251" y="3708400"/>
                </a:lnTo>
                <a:lnTo>
                  <a:pt x="2355770" y="3683000"/>
                </a:lnTo>
                <a:lnTo>
                  <a:pt x="2363456" y="3657600"/>
                </a:lnTo>
                <a:lnTo>
                  <a:pt x="2371344" y="3632200"/>
                </a:lnTo>
                <a:close/>
              </a:path>
              <a:path w="9051925" h="6343650">
                <a:moveTo>
                  <a:pt x="174117" y="3314700"/>
                </a:moveTo>
                <a:lnTo>
                  <a:pt x="168239" y="3340100"/>
                </a:lnTo>
                <a:lnTo>
                  <a:pt x="162432" y="3365500"/>
                </a:lnTo>
                <a:lnTo>
                  <a:pt x="156721" y="3390900"/>
                </a:lnTo>
                <a:lnTo>
                  <a:pt x="151130" y="3416300"/>
                </a:lnTo>
                <a:lnTo>
                  <a:pt x="718566" y="3568700"/>
                </a:lnTo>
                <a:lnTo>
                  <a:pt x="1134454" y="3454400"/>
                </a:lnTo>
                <a:lnTo>
                  <a:pt x="718566" y="3454400"/>
                </a:lnTo>
                <a:lnTo>
                  <a:pt x="174117" y="3314700"/>
                </a:lnTo>
                <a:close/>
              </a:path>
              <a:path w="9051925" h="6343650">
                <a:moveTo>
                  <a:pt x="1763619" y="3390900"/>
                </a:moveTo>
                <a:lnTo>
                  <a:pt x="1365504" y="3390900"/>
                </a:lnTo>
                <a:lnTo>
                  <a:pt x="2012442" y="3568700"/>
                </a:lnTo>
                <a:lnTo>
                  <a:pt x="2431669" y="3454400"/>
                </a:lnTo>
                <a:lnTo>
                  <a:pt x="2012442" y="3454400"/>
                </a:lnTo>
                <a:lnTo>
                  <a:pt x="1763619" y="3390900"/>
                </a:lnTo>
                <a:close/>
              </a:path>
              <a:path w="9051925" h="6343650">
                <a:moveTo>
                  <a:pt x="1365504" y="3289300"/>
                </a:moveTo>
                <a:lnTo>
                  <a:pt x="718566" y="3454400"/>
                </a:lnTo>
                <a:lnTo>
                  <a:pt x="1134454" y="3454400"/>
                </a:lnTo>
                <a:lnTo>
                  <a:pt x="1365504" y="3390900"/>
                </a:lnTo>
                <a:lnTo>
                  <a:pt x="1763619" y="3390900"/>
                </a:lnTo>
                <a:lnTo>
                  <a:pt x="1365504" y="3289300"/>
                </a:lnTo>
                <a:close/>
              </a:path>
              <a:path w="9051925" h="6343650">
                <a:moveTo>
                  <a:pt x="2475992" y="3340100"/>
                </a:moveTo>
                <a:lnTo>
                  <a:pt x="2012442" y="3454400"/>
                </a:lnTo>
                <a:lnTo>
                  <a:pt x="2431669" y="3454400"/>
                </a:lnTo>
                <a:lnTo>
                  <a:pt x="2442380" y="3416300"/>
                </a:lnTo>
                <a:lnTo>
                  <a:pt x="2453354" y="3390900"/>
                </a:lnTo>
                <a:lnTo>
                  <a:pt x="2464565" y="3365500"/>
                </a:lnTo>
                <a:lnTo>
                  <a:pt x="2475992" y="3340100"/>
                </a:lnTo>
                <a:close/>
              </a:path>
              <a:path w="9051925" h="6343650">
                <a:moveTo>
                  <a:pt x="241172" y="3060700"/>
                </a:moveTo>
                <a:lnTo>
                  <a:pt x="233791" y="3086100"/>
                </a:lnTo>
                <a:lnTo>
                  <a:pt x="226504" y="3111500"/>
                </a:lnTo>
                <a:lnTo>
                  <a:pt x="219313" y="3136900"/>
                </a:lnTo>
                <a:lnTo>
                  <a:pt x="212217" y="3162300"/>
                </a:lnTo>
                <a:lnTo>
                  <a:pt x="718566" y="3302000"/>
                </a:lnTo>
                <a:lnTo>
                  <a:pt x="1134454" y="3187700"/>
                </a:lnTo>
                <a:lnTo>
                  <a:pt x="718566" y="3187700"/>
                </a:lnTo>
                <a:lnTo>
                  <a:pt x="241172" y="3060700"/>
                </a:lnTo>
                <a:close/>
              </a:path>
              <a:path w="9051925" h="6343650">
                <a:moveTo>
                  <a:pt x="1763619" y="3124200"/>
                </a:moveTo>
                <a:lnTo>
                  <a:pt x="1365504" y="3124200"/>
                </a:lnTo>
                <a:lnTo>
                  <a:pt x="2012442" y="3302000"/>
                </a:lnTo>
                <a:lnTo>
                  <a:pt x="2454055" y="3187700"/>
                </a:lnTo>
                <a:lnTo>
                  <a:pt x="2012442" y="3187700"/>
                </a:lnTo>
                <a:lnTo>
                  <a:pt x="1763619" y="3124200"/>
                </a:lnTo>
                <a:close/>
              </a:path>
              <a:path w="9051925" h="6343650">
                <a:moveTo>
                  <a:pt x="1365504" y="3022600"/>
                </a:moveTo>
                <a:lnTo>
                  <a:pt x="718566" y="3187700"/>
                </a:lnTo>
                <a:lnTo>
                  <a:pt x="1134454" y="3187700"/>
                </a:lnTo>
                <a:lnTo>
                  <a:pt x="1365504" y="3124200"/>
                </a:lnTo>
                <a:lnTo>
                  <a:pt x="1763619" y="3124200"/>
                </a:lnTo>
                <a:lnTo>
                  <a:pt x="1365504" y="3022600"/>
                </a:lnTo>
                <a:close/>
              </a:path>
              <a:path w="9051925" h="6343650">
                <a:moveTo>
                  <a:pt x="2613533" y="3035300"/>
                </a:moveTo>
                <a:lnTo>
                  <a:pt x="2012442" y="3187700"/>
                </a:lnTo>
                <a:lnTo>
                  <a:pt x="2454055" y="3187700"/>
                </a:lnTo>
                <a:lnTo>
                  <a:pt x="2552192" y="3162300"/>
                </a:lnTo>
                <a:lnTo>
                  <a:pt x="2567152" y="3124200"/>
                </a:lnTo>
                <a:lnTo>
                  <a:pt x="2582338" y="3098800"/>
                </a:lnTo>
                <a:lnTo>
                  <a:pt x="2597786" y="3060700"/>
                </a:lnTo>
                <a:lnTo>
                  <a:pt x="2613533" y="3035300"/>
                </a:lnTo>
                <a:close/>
              </a:path>
              <a:path w="9051925" h="6343650">
                <a:moveTo>
                  <a:pt x="318896" y="2819400"/>
                </a:moveTo>
                <a:lnTo>
                  <a:pt x="309895" y="2844800"/>
                </a:lnTo>
                <a:lnTo>
                  <a:pt x="300989" y="2870200"/>
                </a:lnTo>
                <a:lnTo>
                  <a:pt x="292179" y="2895600"/>
                </a:lnTo>
                <a:lnTo>
                  <a:pt x="283464" y="2921000"/>
                </a:lnTo>
                <a:lnTo>
                  <a:pt x="718566" y="3048000"/>
                </a:lnTo>
                <a:lnTo>
                  <a:pt x="1180664" y="2921000"/>
                </a:lnTo>
                <a:lnTo>
                  <a:pt x="718566" y="2921000"/>
                </a:lnTo>
                <a:lnTo>
                  <a:pt x="318896" y="2819400"/>
                </a:lnTo>
                <a:close/>
              </a:path>
              <a:path w="9051925" h="6343650">
                <a:moveTo>
                  <a:pt x="1813384" y="2870200"/>
                </a:moveTo>
                <a:lnTo>
                  <a:pt x="1365504" y="2870200"/>
                </a:lnTo>
                <a:lnTo>
                  <a:pt x="2012442" y="3048000"/>
                </a:lnTo>
                <a:lnTo>
                  <a:pt x="2474540" y="2921000"/>
                </a:lnTo>
                <a:lnTo>
                  <a:pt x="2012442" y="2921000"/>
                </a:lnTo>
                <a:lnTo>
                  <a:pt x="1813384" y="2870200"/>
                </a:lnTo>
                <a:close/>
              </a:path>
              <a:path w="9051925" h="6343650">
                <a:moveTo>
                  <a:pt x="1365504" y="2755900"/>
                </a:moveTo>
                <a:lnTo>
                  <a:pt x="718566" y="2921000"/>
                </a:lnTo>
                <a:lnTo>
                  <a:pt x="1180664" y="2921000"/>
                </a:lnTo>
                <a:lnTo>
                  <a:pt x="1365504" y="2870200"/>
                </a:lnTo>
                <a:lnTo>
                  <a:pt x="1813384" y="2870200"/>
                </a:lnTo>
                <a:lnTo>
                  <a:pt x="1365504" y="2755900"/>
                </a:lnTo>
                <a:close/>
              </a:path>
              <a:path w="9051925" h="6343650">
                <a:moveTo>
                  <a:pt x="2659380" y="2755900"/>
                </a:moveTo>
                <a:lnTo>
                  <a:pt x="2012442" y="2921000"/>
                </a:lnTo>
                <a:lnTo>
                  <a:pt x="2474540" y="2921000"/>
                </a:lnTo>
                <a:lnTo>
                  <a:pt x="2659380" y="2870200"/>
                </a:lnTo>
                <a:lnTo>
                  <a:pt x="2702460" y="2870200"/>
                </a:lnTo>
                <a:lnTo>
                  <a:pt x="2709727" y="2857500"/>
                </a:lnTo>
                <a:lnTo>
                  <a:pt x="2724403" y="2832100"/>
                </a:lnTo>
                <a:lnTo>
                  <a:pt x="2739270" y="2806700"/>
                </a:lnTo>
                <a:lnTo>
                  <a:pt x="2754376" y="2781300"/>
                </a:lnTo>
                <a:lnTo>
                  <a:pt x="2659380" y="2755900"/>
                </a:lnTo>
                <a:close/>
              </a:path>
              <a:path w="9051925" h="6343650">
                <a:moveTo>
                  <a:pt x="2702460" y="2870200"/>
                </a:moveTo>
                <a:lnTo>
                  <a:pt x="2659380" y="2870200"/>
                </a:lnTo>
                <a:lnTo>
                  <a:pt x="2695194" y="2882900"/>
                </a:lnTo>
                <a:lnTo>
                  <a:pt x="2702460" y="2870200"/>
                </a:lnTo>
                <a:close/>
              </a:path>
              <a:path w="9051925" h="6343650">
                <a:moveTo>
                  <a:pt x="407543" y="2578100"/>
                </a:moveTo>
                <a:lnTo>
                  <a:pt x="396714" y="2603500"/>
                </a:lnTo>
                <a:lnTo>
                  <a:pt x="385968" y="2628900"/>
                </a:lnTo>
                <a:lnTo>
                  <a:pt x="375342" y="2654300"/>
                </a:lnTo>
                <a:lnTo>
                  <a:pt x="364870" y="2692400"/>
                </a:lnTo>
                <a:lnTo>
                  <a:pt x="718566" y="2781300"/>
                </a:lnTo>
                <a:lnTo>
                  <a:pt x="1180664" y="2654300"/>
                </a:lnTo>
                <a:lnTo>
                  <a:pt x="718566" y="2654300"/>
                </a:lnTo>
                <a:lnTo>
                  <a:pt x="407543" y="2578100"/>
                </a:lnTo>
                <a:close/>
              </a:path>
              <a:path w="9051925" h="6343650">
                <a:moveTo>
                  <a:pt x="1813384" y="2603500"/>
                </a:moveTo>
                <a:lnTo>
                  <a:pt x="1365504" y="2603500"/>
                </a:lnTo>
                <a:lnTo>
                  <a:pt x="2012442" y="2781300"/>
                </a:lnTo>
                <a:lnTo>
                  <a:pt x="2474540" y="2654300"/>
                </a:lnTo>
                <a:lnTo>
                  <a:pt x="2012442" y="2654300"/>
                </a:lnTo>
                <a:lnTo>
                  <a:pt x="1813384" y="2603500"/>
                </a:lnTo>
                <a:close/>
              </a:path>
              <a:path w="9051925" h="6343650">
                <a:moveTo>
                  <a:pt x="1365504" y="2489200"/>
                </a:moveTo>
                <a:lnTo>
                  <a:pt x="718566" y="2654300"/>
                </a:lnTo>
                <a:lnTo>
                  <a:pt x="1180664" y="2654300"/>
                </a:lnTo>
                <a:lnTo>
                  <a:pt x="1365504" y="2603500"/>
                </a:lnTo>
                <a:lnTo>
                  <a:pt x="1813384" y="2603500"/>
                </a:lnTo>
                <a:lnTo>
                  <a:pt x="1365504" y="2489200"/>
                </a:lnTo>
                <a:close/>
              </a:path>
              <a:path w="9051925" h="6343650">
                <a:moveTo>
                  <a:pt x="2659380" y="2489200"/>
                </a:moveTo>
                <a:lnTo>
                  <a:pt x="2012442" y="2654300"/>
                </a:lnTo>
                <a:lnTo>
                  <a:pt x="2474540" y="2654300"/>
                </a:lnTo>
                <a:lnTo>
                  <a:pt x="2659380" y="2603500"/>
                </a:lnTo>
                <a:lnTo>
                  <a:pt x="2867167" y="2603500"/>
                </a:lnTo>
                <a:lnTo>
                  <a:pt x="2885207" y="2578100"/>
                </a:lnTo>
                <a:lnTo>
                  <a:pt x="2903473" y="2552700"/>
                </a:lnTo>
                <a:lnTo>
                  <a:pt x="2659380" y="2489200"/>
                </a:lnTo>
                <a:close/>
              </a:path>
              <a:path w="9051925" h="6343650">
                <a:moveTo>
                  <a:pt x="2867167" y="2603500"/>
                </a:moveTo>
                <a:lnTo>
                  <a:pt x="2659380" y="2603500"/>
                </a:lnTo>
                <a:lnTo>
                  <a:pt x="2831719" y="2654300"/>
                </a:lnTo>
                <a:lnTo>
                  <a:pt x="2849342" y="2628900"/>
                </a:lnTo>
                <a:lnTo>
                  <a:pt x="2867167" y="2603500"/>
                </a:lnTo>
                <a:close/>
              </a:path>
              <a:path w="9051925" h="6343650">
                <a:moveTo>
                  <a:pt x="507110" y="2336800"/>
                </a:moveTo>
                <a:lnTo>
                  <a:pt x="494250" y="2362200"/>
                </a:lnTo>
                <a:lnTo>
                  <a:pt x="481568" y="2387600"/>
                </a:lnTo>
                <a:lnTo>
                  <a:pt x="469052" y="2425700"/>
                </a:lnTo>
                <a:lnTo>
                  <a:pt x="456692" y="2451100"/>
                </a:lnTo>
                <a:lnTo>
                  <a:pt x="718566" y="2527300"/>
                </a:lnTo>
                <a:lnTo>
                  <a:pt x="1226874" y="2387600"/>
                </a:lnTo>
                <a:lnTo>
                  <a:pt x="718566" y="2387600"/>
                </a:lnTo>
                <a:lnTo>
                  <a:pt x="507110" y="2336800"/>
                </a:lnTo>
                <a:close/>
              </a:path>
              <a:path w="9051925" h="6343650">
                <a:moveTo>
                  <a:pt x="1863148" y="2349500"/>
                </a:moveTo>
                <a:lnTo>
                  <a:pt x="1365504" y="2349500"/>
                </a:lnTo>
                <a:lnTo>
                  <a:pt x="2012442" y="2527300"/>
                </a:lnTo>
                <a:lnTo>
                  <a:pt x="2520750" y="2387600"/>
                </a:lnTo>
                <a:lnTo>
                  <a:pt x="2012442" y="2387600"/>
                </a:lnTo>
                <a:lnTo>
                  <a:pt x="1863148" y="2349500"/>
                </a:lnTo>
                <a:close/>
              </a:path>
              <a:path w="9051925" h="6343650">
                <a:moveTo>
                  <a:pt x="3050921" y="2349500"/>
                </a:moveTo>
                <a:lnTo>
                  <a:pt x="2659380" y="2349500"/>
                </a:lnTo>
                <a:lnTo>
                  <a:pt x="2986912" y="2438400"/>
                </a:lnTo>
                <a:lnTo>
                  <a:pt x="3008042" y="2413000"/>
                </a:lnTo>
                <a:lnTo>
                  <a:pt x="3029362" y="2387600"/>
                </a:lnTo>
                <a:lnTo>
                  <a:pt x="3050921" y="2349500"/>
                </a:lnTo>
                <a:close/>
              </a:path>
              <a:path w="9051925" h="6343650">
                <a:moveTo>
                  <a:pt x="1365504" y="2222500"/>
                </a:moveTo>
                <a:lnTo>
                  <a:pt x="718566" y="2387600"/>
                </a:lnTo>
                <a:lnTo>
                  <a:pt x="1226874" y="2387600"/>
                </a:lnTo>
                <a:lnTo>
                  <a:pt x="1365504" y="2349500"/>
                </a:lnTo>
                <a:lnTo>
                  <a:pt x="1863148" y="2349500"/>
                </a:lnTo>
                <a:lnTo>
                  <a:pt x="1365504" y="2222500"/>
                </a:lnTo>
                <a:close/>
              </a:path>
              <a:path w="9051925" h="6343650">
                <a:moveTo>
                  <a:pt x="2659380" y="2222500"/>
                </a:moveTo>
                <a:lnTo>
                  <a:pt x="2012442" y="2387600"/>
                </a:lnTo>
                <a:lnTo>
                  <a:pt x="2520750" y="2387600"/>
                </a:lnTo>
                <a:lnTo>
                  <a:pt x="2659380" y="2349500"/>
                </a:lnTo>
                <a:lnTo>
                  <a:pt x="3050921" y="2349500"/>
                </a:lnTo>
                <a:lnTo>
                  <a:pt x="3072765" y="2324100"/>
                </a:lnTo>
                <a:lnTo>
                  <a:pt x="2659380" y="2222500"/>
                </a:lnTo>
                <a:close/>
              </a:path>
              <a:path w="9051925" h="6343650">
                <a:moveTo>
                  <a:pt x="9051671" y="2235200"/>
                </a:moveTo>
                <a:lnTo>
                  <a:pt x="8936990" y="2273300"/>
                </a:lnTo>
                <a:lnTo>
                  <a:pt x="8959542" y="2298700"/>
                </a:lnTo>
                <a:lnTo>
                  <a:pt x="8981868" y="2324100"/>
                </a:lnTo>
                <a:lnTo>
                  <a:pt x="9003980" y="2349500"/>
                </a:lnTo>
                <a:lnTo>
                  <a:pt x="9025890" y="2374900"/>
                </a:lnTo>
                <a:lnTo>
                  <a:pt x="9051671" y="2374900"/>
                </a:lnTo>
                <a:lnTo>
                  <a:pt x="9051671" y="2235200"/>
                </a:lnTo>
                <a:close/>
              </a:path>
              <a:path w="9051925" h="6343650">
                <a:moveTo>
                  <a:pt x="617728" y="2095500"/>
                </a:moveTo>
                <a:lnTo>
                  <a:pt x="602771" y="2133600"/>
                </a:lnTo>
                <a:lnTo>
                  <a:pt x="587994" y="2159000"/>
                </a:lnTo>
                <a:lnTo>
                  <a:pt x="573383" y="2184400"/>
                </a:lnTo>
                <a:lnTo>
                  <a:pt x="558927" y="2222500"/>
                </a:lnTo>
                <a:lnTo>
                  <a:pt x="718566" y="2260600"/>
                </a:lnTo>
                <a:lnTo>
                  <a:pt x="1265975" y="2120900"/>
                </a:lnTo>
                <a:lnTo>
                  <a:pt x="718566" y="2120900"/>
                </a:lnTo>
                <a:lnTo>
                  <a:pt x="617728" y="2095500"/>
                </a:lnTo>
                <a:close/>
              </a:path>
              <a:path w="9051925" h="6343650">
                <a:moveTo>
                  <a:pt x="1912913" y="2095500"/>
                </a:moveTo>
                <a:lnTo>
                  <a:pt x="1365504" y="2095500"/>
                </a:lnTo>
                <a:lnTo>
                  <a:pt x="2012442" y="2260600"/>
                </a:lnTo>
                <a:lnTo>
                  <a:pt x="2559851" y="2120900"/>
                </a:lnTo>
                <a:lnTo>
                  <a:pt x="2012442" y="2120900"/>
                </a:lnTo>
                <a:lnTo>
                  <a:pt x="1912913" y="2095500"/>
                </a:lnTo>
                <a:close/>
              </a:path>
              <a:path w="9051925" h="6343650">
                <a:moveTo>
                  <a:pt x="3213872" y="2095500"/>
                </a:moveTo>
                <a:lnTo>
                  <a:pt x="2659380" y="2095500"/>
                </a:lnTo>
                <a:lnTo>
                  <a:pt x="3162299" y="2222500"/>
                </a:lnTo>
                <a:lnTo>
                  <a:pt x="3187378" y="2197100"/>
                </a:lnTo>
                <a:lnTo>
                  <a:pt x="3212719" y="2171700"/>
                </a:lnTo>
                <a:lnTo>
                  <a:pt x="3238345" y="2146300"/>
                </a:lnTo>
                <a:lnTo>
                  <a:pt x="3264280" y="2108200"/>
                </a:lnTo>
                <a:lnTo>
                  <a:pt x="3213872" y="2095500"/>
                </a:lnTo>
                <a:close/>
              </a:path>
              <a:path w="9051925" h="6343650">
                <a:moveTo>
                  <a:pt x="9051671" y="1968500"/>
                </a:moveTo>
                <a:lnTo>
                  <a:pt x="8739124" y="2057400"/>
                </a:lnTo>
                <a:lnTo>
                  <a:pt x="8765917" y="2082800"/>
                </a:lnTo>
                <a:lnTo>
                  <a:pt x="8792400" y="2108200"/>
                </a:lnTo>
                <a:lnTo>
                  <a:pt x="8818598" y="2133600"/>
                </a:lnTo>
                <a:lnTo>
                  <a:pt x="8844534" y="2171700"/>
                </a:lnTo>
                <a:lnTo>
                  <a:pt x="9051671" y="2108200"/>
                </a:lnTo>
                <a:lnTo>
                  <a:pt x="9051671" y="1968500"/>
                </a:lnTo>
                <a:close/>
              </a:path>
              <a:path w="9051925" h="6343650">
                <a:moveTo>
                  <a:pt x="1365504" y="1955800"/>
                </a:moveTo>
                <a:lnTo>
                  <a:pt x="718566" y="2120900"/>
                </a:lnTo>
                <a:lnTo>
                  <a:pt x="1265975" y="2120900"/>
                </a:lnTo>
                <a:lnTo>
                  <a:pt x="1365504" y="2095500"/>
                </a:lnTo>
                <a:lnTo>
                  <a:pt x="1912913" y="2095500"/>
                </a:lnTo>
                <a:lnTo>
                  <a:pt x="1365504" y="1955800"/>
                </a:lnTo>
                <a:close/>
              </a:path>
              <a:path w="9051925" h="6343650">
                <a:moveTo>
                  <a:pt x="2659380" y="1955800"/>
                </a:moveTo>
                <a:lnTo>
                  <a:pt x="2012442" y="2120900"/>
                </a:lnTo>
                <a:lnTo>
                  <a:pt x="2559851" y="2120900"/>
                </a:lnTo>
                <a:lnTo>
                  <a:pt x="2659380" y="2095500"/>
                </a:lnTo>
                <a:lnTo>
                  <a:pt x="3213872" y="2095500"/>
                </a:lnTo>
                <a:lnTo>
                  <a:pt x="2659380" y="1955800"/>
                </a:lnTo>
                <a:close/>
              </a:path>
              <a:path w="9051925" h="6343650">
                <a:moveTo>
                  <a:pt x="1365504" y="1689100"/>
                </a:moveTo>
                <a:lnTo>
                  <a:pt x="747014" y="1854200"/>
                </a:lnTo>
                <a:lnTo>
                  <a:pt x="708945" y="1917700"/>
                </a:lnTo>
                <a:lnTo>
                  <a:pt x="690256" y="1955800"/>
                </a:lnTo>
                <a:lnTo>
                  <a:pt x="671830" y="1993900"/>
                </a:lnTo>
                <a:lnTo>
                  <a:pt x="718566" y="2006600"/>
                </a:lnTo>
                <a:lnTo>
                  <a:pt x="1365504" y="1828800"/>
                </a:lnTo>
                <a:lnTo>
                  <a:pt x="1912913" y="1828800"/>
                </a:lnTo>
                <a:lnTo>
                  <a:pt x="1365504" y="1689100"/>
                </a:lnTo>
                <a:close/>
              </a:path>
              <a:path w="9051925" h="6343650">
                <a:moveTo>
                  <a:pt x="1912913" y="1828800"/>
                </a:moveTo>
                <a:lnTo>
                  <a:pt x="1365504" y="1828800"/>
                </a:lnTo>
                <a:lnTo>
                  <a:pt x="2012442" y="2006600"/>
                </a:lnTo>
                <a:lnTo>
                  <a:pt x="2566960" y="1854200"/>
                </a:lnTo>
                <a:lnTo>
                  <a:pt x="2012442" y="1854200"/>
                </a:lnTo>
                <a:lnTo>
                  <a:pt x="1912913" y="1828800"/>
                </a:lnTo>
                <a:close/>
              </a:path>
              <a:path w="9051925" h="6343650">
                <a:moveTo>
                  <a:pt x="3206789" y="1828800"/>
                </a:moveTo>
                <a:lnTo>
                  <a:pt x="2659380" y="1828800"/>
                </a:lnTo>
                <a:lnTo>
                  <a:pt x="3306318" y="2006600"/>
                </a:lnTo>
                <a:lnTo>
                  <a:pt x="3400932" y="1981200"/>
                </a:lnTo>
                <a:lnTo>
                  <a:pt x="3439994" y="1943100"/>
                </a:lnTo>
                <a:lnTo>
                  <a:pt x="3479574" y="1905000"/>
                </a:lnTo>
                <a:lnTo>
                  <a:pt x="3519662" y="1866900"/>
                </a:lnTo>
                <a:lnTo>
                  <a:pt x="3533190" y="1854200"/>
                </a:lnTo>
                <a:lnTo>
                  <a:pt x="3306318" y="1854200"/>
                </a:lnTo>
                <a:lnTo>
                  <a:pt x="3206789" y="1828800"/>
                </a:lnTo>
                <a:close/>
              </a:path>
              <a:path w="9051925" h="6343650">
                <a:moveTo>
                  <a:pt x="9051671" y="1701800"/>
                </a:moveTo>
                <a:lnTo>
                  <a:pt x="8515223" y="1854200"/>
                </a:lnTo>
                <a:lnTo>
                  <a:pt x="8578389" y="1905000"/>
                </a:lnTo>
                <a:lnTo>
                  <a:pt x="8640317" y="1955800"/>
                </a:lnTo>
                <a:lnTo>
                  <a:pt x="9051671" y="1854200"/>
                </a:lnTo>
                <a:lnTo>
                  <a:pt x="9051671" y="1701800"/>
                </a:lnTo>
                <a:close/>
              </a:path>
              <a:path w="9051925" h="6343650">
                <a:moveTo>
                  <a:pt x="2659380" y="1689100"/>
                </a:moveTo>
                <a:lnTo>
                  <a:pt x="2012442" y="1854200"/>
                </a:lnTo>
                <a:lnTo>
                  <a:pt x="2566960" y="1854200"/>
                </a:lnTo>
                <a:lnTo>
                  <a:pt x="2659380" y="1828800"/>
                </a:lnTo>
                <a:lnTo>
                  <a:pt x="3206789" y="1828800"/>
                </a:lnTo>
                <a:lnTo>
                  <a:pt x="2659380" y="1689100"/>
                </a:lnTo>
                <a:close/>
              </a:path>
              <a:path w="9051925" h="6343650">
                <a:moveTo>
                  <a:pt x="3642867" y="1765300"/>
                </a:moveTo>
                <a:lnTo>
                  <a:pt x="3306318" y="1854200"/>
                </a:lnTo>
                <a:lnTo>
                  <a:pt x="3533190" y="1854200"/>
                </a:lnTo>
                <a:lnTo>
                  <a:pt x="3560247" y="1828800"/>
                </a:lnTo>
                <a:lnTo>
                  <a:pt x="3601319" y="1803400"/>
                </a:lnTo>
                <a:lnTo>
                  <a:pt x="3642867" y="1765300"/>
                </a:lnTo>
                <a:close/>
              </a:path>
              <a:path w="9051925" h="6343650">
                <a:moveTo>
                  <a:pt x="1962677" y="1574800"/>
                </a:moveTo>
                <a:lnTo>
                  <a:pt x="1365504" y="1574800"/>
                </a:lnTo>
                <a:lnTo>
                  <a:pt x="2012442" y="1739900"/>
                </a:lnTo>
                <a:lnTo>
                  <a:pt x="2609615" y="1587500"/>
                </a:lnTo>
                <a:lnTo>
                  <a:pt x="2012442" y="1587500"/>
                </a:lnTo>
                <a:lnTo>
                  <a:pt x="1962677" y="1574800"/>
                </a:lnTo>
                <a:close/>
              </a:path>
              <a:path w="9051925" h="6343650">
                <a:moveTo>
                  <a:pt x="3256553" y="1574800"/>
                </a:moveTo>
                <a:lnTo>
                  <a:pt x="2659380" y="1574800"/>
                </a:lnTo>
                <a:lnTo>
                  <a:pt x="3306318" y="1739900"/>
                </a:lnTo>
                <a:lnTo>
                  <a:pt x="3887088" y="1587500"/>
                </a:lnTo>
                <a:lnTo>
                  <a:pt x="3306318" y="1587500"/>
                </a:lnTo>
                <a:lnTo>
                  <a:pt x="3256553" y="1574800"/>
                </a:lnTo>
                <a:close/>
              </a:path>
              <a:path w="9051925" h="6343650">
                <a:moveTo>
                  <a:pt x="7951215" y="1447800"/>
                </a:moveTo>
                <a:lnTo>
                  <a:pt x="8082722" y="1524000"/>
                </a:lnTo>
                <a:lnTo>
                  <a:pt x="8125780" y="1562100"/>
                </a:lnTo>
                <a:lnTo>
                  <a:pt x="8252551" y="1638300"/>
                </a:lnTo>
                <a:lnTo>
                  <a:pt x="8293989" y="1676400"/>
                </a:lnTo>
                <a:lnTo>
                  <a:pt x="8335009" y="1701800"/>
                </a:lnTo>
                <a:lnTo>
                  <a:pt x="8481567" y="1739900"/>
                </a:lnTo>
                <a:lnTo>
                  <a:pt x="9051671" y="1587500"/>
                </a:lnTo>
                <a:lnTo>
                  <a:pt x="8481567" y="1587500"/>
                </a:lnTo>
                <a:lnTo>
                  <a:pt x="7951215" y="1447800"/>
                </a:lnTo>
                <a:close/>
              </a:path>
              <a:path w="9051925" h="6343650">
                <a:moveTo>
                  <a:pt x="1365504" y="1422400"/>
                </a:moveTo>
                <a:lnTo>
                  <a:pt x="935101" y="1536700"/>
                </a:lnTo>
                <a:lnTo>
                  <a:pt x="906716" y="1574800"/>
                </a:lnTo>
                <a:lnTo>
                  <a:pt x="878713" y="1625600"/>
                </a:lnTo>
                <a:lnTo>
                  <a:pt x="851090" y="1663700"/>
                </a:lnTo>
                <a:lnTo>
                  <a:pt x="823848" y="1714500"/>
                </a:lnTo>
                <a:lnTo>
                  <a:pt x="1365504" y="1574800"/>
                </a:lnTo>
                <a:lnTo>
                  <a:pt x="1962677" y="1574800"/>
                </a:lnTo>
                <a:lnTo>
                  <a:pt x="1365504" y="1422400"/>
                </a:lnTo>
                <a:close/>
              </a:path>
              <a:path w="9051925" h="6343650">
                <a:moveTo>
                  <a:pt x="2659380" y="1422400"/>
                </a:moveTo>
                <a:lnTo>
                  <a:pt x="2012442" y="1587500"/>
                </a:lnTo>
                <a:lnTo>
                  <a:pt x="2609615" y="1587500"/>
                </a:lnTo>
                <a:lnTo>
                  <a:pt x="2659380" y="1574800"/>
                </a:lnTo>
                <a:lnTo>
                  <a:pt x="3256553" y="1574800"/>
                </a:lnTo>
                <a:lnTo>
                  <a:pt x="2659380" y="1422400"/>
                </a:lnTo>
                <a:close/>
              </a:path>
              <a:path w="9051925" h="6343650">
                <a:moveTo>
                  <a:pt x="3953129" y="1422400"/>
                </a:moveTo>
                <a:lnTo>
                  <a:pt x="3306318" y="1587500"/>
                </a:lnTo>
                <a:lnTo>
                  <a:pt x="3887088" y="1587500"/>
                </a:lnTo>
                <a:lnTo>
                  <a:pt x="4011630" y="1511300"/>
                </a:lnTo>
                <a:lnTo>
                  <a:pt x="4096384" y="1460500"/>
                </a:lnTo>
                <a:lnTo>
                  <a:pt x="3953129" y="1422400"/>
                </a:lnTo>
                <a:close/>
              </a:path>
              <a:path w="9051925" h="6343650">
                <a:moveTo>
                  <a:pt x="9051671" y="1435100"/>
                </a:moveTo>
                <a:lnTo>
                  <a:pt x="8481567" y="1587500"/>
                </a:lnTo>
                <a:lnTo>
                  <a:pt x="9051671" y="1587500"/>
                </a:lnTo>
                <a:lnTo>
                  <a:pt x="9051671" y="1435100"/>
                </a:lnTo>
                <a:close/>
              </a:path>
              <a:path w="9051925" h="6343650">
                <a:moveTo>
                  <a:pt x="1962677" y="1308100"/>
                </a:moveTo>
                <a:lnTo>
                  <a:pt x="1365504" y="1308100"/>
                </a:lnTo>
                <a:lnTo>
                  <a:pt x="2012442" y="1485900"/>
                </a:lnTo>
                <a:lnTo>
                  <a:pt x="2613170" y="1320800"/>
                </a:lnTo>
                <a:lnTo>
                  <a:pt x="2012442" y="1320800"/>
                </a:lnTo>
                <a:lnTo>
                  <a:pt x="1962677" y="1308100"/>
                </a:lnTo>
                <a:close/>
              </a:path>
              <a:path w="9051925" h="6343650">
                <a:moveTo>
                  <a:pt x="3256553" y="1308100"/>
                </a:moveTo>
                <a:lnTo>
                  <a:pt x="2659380" y="1308100"/>
                </a:lnTo>
                <a:lnTo>
                  <a:pt x="3306318" y="1485900"/>
                </a:lnTo>
                <a:lnTo>
                  <a:pt x="3906928" y="1320800"/>
                </a:lnTo>
                <a:lnTo>
                  <a:pt x="3306318" y="1320800"/>
                </a:lnTo>
                <a:lnTo>
                  <a:pt x="3256553" y="1308100"/>
                </a:lnTo>
                <a:close/>
              </a:path>
              <a:path w="9051925" h="6343650">
                <a:moveTo>
                  <a:pt x="8431803" y="1308100"/>
                </a:moveTo>
                <a:lnTo>
                  <a:pt x="7834630" y="1308100"/>
                </a:lnTo>
                <a:lnTo>
                  <a:pt x="8481567" y="1485900"/>
                </a:lnTo>
                <a:lnTo>
                  <a:pt x="9051671" y="1333500"/>
                </a:lnTo>
                <a:lnTo>
                  <a:pt x="9051671" y="1320800"/>
                </a:lnTo>
                <a:lnTo>
                  <a:pt x="8481567" y="1320800"/>
                </a:lnTo>
                <a:lnTo>
                  <a:pt x="8431803" y="1308100"/>
                </a:lnTo>
                <a:close/>
              </a:path>
              <a:path w="9051925" h="6343650">
                <a:moveTo>
                  <a:pt x="1365504" y="1155700"/>
                </a:moveTo>
                <a:lnTo>
                  <a:pt x="1157605" y="1206500"/>
                </a:lnTo>
                <a:lnTo>
                  <a:pt x="1129549" y="1244600"/>
                </a:lnTo>
                <a:lnTo>
                  <a:pt x="1101773" y="1282700"/>
                </a:lnTo>
                <a:lnTo>
                  <a:pt x="1074284" y="1320800"/>
                </a:lnTo>
                <a:lnTo>
                  <a:pt x="1047088" y="1358900"/>
                </a:lnTo>
                <a:lnTo>
                  <a:pt x="1020191" y="1397000"/>
                </a:lnTo>
                <a:lnTo>
                  <a:pt x="1365504" y="1308100"/>
                </a:lnTo>
                <a:lnTo>
                  <a:pt x="1962677" y="1308100"/>
                </a:lnTo>
                <a:lnTo>
                  <a:pt x="1365504" y="1155700"/>
                </a:lnTo>
                <a:close/>
              </a:path>
              <a:path w="9051925" h="6343650">
                <a:moveTo>
                  <a:pt x="4371476" y="1308100"/>
                </a:moveTo>
                <a:lnTo>
                  <a:pt x="3953129" y="1308100"/>
                </a:lnTo>
                <a:lnTo>
                  <a:pt x="4226179" y="1384300"/>
                </a:lnTo>
                <a:lnTo>
                  <a:pt x="4308763" y="1333500"/>
                </a:lnTo>
                <a:lnTo>
                  <a:pt x="4350482" y="1320800"/>
                </a:lnTo>
                <a:lnTo>
                  <a:pt x="4371476" y="1308100"/>
                </a:lnTo>
                <a:close/>
              </a:path>
              <a:path w="9051925" h="6343650">
                <a:moveTo>
                  <a:pt x="7834630" y="1155700"/>
                </a:moveTo>
                <a:lnTo>
                  <a:pt x="7522463" y="1231900"/>
                </a:lnTo>
                <a:lnTo>
                  <a:pt x="7566722" y="1257300"/>
                </a:lnTo>
                <a:lnTo>
                  <a:pt x="7610658" y="1270000"/>
                </a:lnTo>
                <a:lnTo>
                  <a:pt x="7654283" y="1295400"/>
                </a:lnTo>
                <a:lnTo>
                  <a:pt x="7697610" y="1308100"/>
                </a:lnTo>
                <a:lnTo>
                  <a:pt x="7740650" y="1333500"/>
                </a:lnTo>
                <a:lnTo>
                  <a:pt x="7834630" y="1308100"/>
                </a:lnTo>
                <a:lnTo>
                  <a:pt x="8431803" y="1308100"/>
                </a:lnTo>
                <a:lnTo>
                  <a:pt x="7834630" y="1155700"/>
                </a:lnTo>
                <a:close/>
              </a:path>
              <a:path w="9051925" h="6343650">
                <a:moveTo>
                  <a:pt x="2659380" y="1155700"/>
                </a:moveTo>
                <a:lnTo>
                  <a:pt x="2012442" y="1320800"/>
                </a:lnTo>
                <a:lnTo>
                  <a:pt x="2613170" y="1320800"/>
                </a:lnTo>
                <a:lnTo>
                  <a:pt x="2659380" y="1308100"/>
                </a:lnTo>
                <a:lnTo>
                  <a:pt x="3256553" y="1308100"/>
                </a:lnTo>
                <a:lnTo>
                  <a:pt x="2659380" y="1155700"/>
                </a:lnTo>
                <a:close/>
              </a:path>
              <a:path w="9051925" h="6343650">
                <a:moveTo>
                  <a:pt x="3953129" y="1155700"/>
                </a:moveTo>
                <a:lnTo>
                  <a:pt x="3306318" y="1320800"/>
                </a:lnTo>
                <a:lnTo>
                  <a:pt x="3906928" y="1320800"/>
                </a:lnTo>
                <a:lnTo>
                  <a:pt x="3953129" y="1308100"/>
                </a:lnTo>
                <a:lnTo>
                  <a:pt x="4371476" y="1308100"/>
                </a:lnTo>
                <a:lnTo>
                  <a:pt x="4392469" y="1295400"/>
                </a:lnTo>
                <a:lnTo>
                  <a:pt x="4434712" y="1282700"/>
                </a:lnTo>
                <a:lnTo>
                  <a:pt x="3953129" y="1155700"/>
                </a:lnTo>
                <a:close/>
              </a:path>
              <a:path w="9051925" h="6343650">
                <a:moveTo>
                  <a:pt x="9051671" y="1168400"/>
                </a:moveTo>
                <a:lnTo>
                  <a:pt x="8481567" y="1320800"/>
                </a:lnTo>
                <a:lnTo>
                  <a:pt x="9051671" y="1320800"/>
                </a:lnTo>
                <a:lnTo>
                  <a:pt x="9051671" y="1168400"/>
                </a:lnTo>
                <a:close/>
              </a:path>
              <a:path w="9051925" h="6343650">
                <a:moveTo>
                  <a:pt x="2659380" y="1054100"/>
                </a:moveTo>
                <a:lnTo>
                  <a:pt x="1365504" y="1054100"/>
                </a:lnTo>
                <a:lnTo>
                  <a:pt x="2012442" y="1219200"/>
                </a:lnTo>
                <a:lnTo>
                  <a:pt x="2659380" y="1054100"/>
                </a:lnTo>
                <a:close/>
              </a:path>
              <a:path w="9051925" h="6343650">
                <a:moveTo>
                  <a:pt x="3953129" y="1054100"/>
                </a:moveTo>
                <a:lnTo>
                  <a:pt x="2659380" y="1054100"/>
                </a:lnTo>
                <a:lnTo>
                  <a:pt x="3306318" y="1219200"/>
                </a:lnTo>
                <a:lnTo>
                  <a:pt x="3953129" y="1054100"/>
                </a:lnTo>
                <a:close/>
              </a:path>
              <a:path w="9051925" h="6343650">
                <a:moveTo>
                  <a:pt x="5247005" y="889000"/>
                </a:moveTo>
                <a:lnTo>
                  <a:pt x="4600066" y="1054100"/>
                </a:lnTo>
                <a:lnTo>
                  <a:pt x="3953129" y="1054100"/>
                </a:lnTo>
                <a:lnTo>
                  <a:pt x="4578096" y="1219200"/>
                </a:lnTo>
                <a:lnTo>
                  <a:pt x="4623847" y="1193800"/>
                </a:lnTo>
                <a:lnTo>
                  <a:pt x="4716213" y="1168400"/>
                </a:lnTo>
                <a:lnTo>
                  <a:pt x="4762819" y="1143000"/>
                </a:lnTo>
                <a:lnTo>
                  <a:pt x="4904272" y="1104900"/>
                </a:lnTo>
                <a:lnTo>
                  <a:pt x="4951955" y="1079500"/>
                </a:lnTo>
                <a:lnTo>
                  <a:pt x="5145225" y="1028700"/>
                </a:lnTo>
                <a:lnTo>
                  <a:pt x="5194155" y="1028700"/>
                </a:lnTo>
                <a:lnTo>
                  <a:pt x="5342347" y="990600"/>
                </a:lnTo>
                <a:lnTo>
                  <a:pt x="5392197" y="990600"/>
                </a:lnTo>
                <a:lnTo>
                  <a:pt x="5492548" y="965200"/>
                </a:lnTo>
                <a:lnTo>
                  <a:pt x="5543041" y="965200"/>
                </a:lnTo>
                <a:lnTo>
                  <a:pt x="5247005" y="889000"/>
                </a:lnTo>
                <a:close/>
              </a:path>
              <a:path w="9051925" h="6343650">
                <a:moveTo>
                  <a:pt x="9051671" y="901700"/>
                </a:moveTo>
                <a:lnTo>
                  <a:pt x="8481567" y="1054100"/>
                </a:lnTo>
                <a:lnTo>
                  <a:pt x="7834630" y="1054100"/>
                </a:lnTo>
                <a:lnTo>
                  <a:pt x="8481567" y="1219200"/>
                </a:lnTo>
                <a:lnTo>
                  <a:pt x="9051671" y="1066800"/>
                </a:lnTo>
                <a:lnTo>
                  <a:pt x="9051671" y="901700"/>
                </a:lnTo>
                <a:close/>
              </a:path>
              <a:path w="9051925" h="6343650">
                <a:moveTo>
                  <a:pt x="6540881" y="889000"/>
                </a:moveTo>
                <a:lnTo>
                  <a:pt x="6318884" y="939800"/>
                </a:lnTo>
                <a:lnTo>
                  <a:pt x="6371326" y="952500"/>
                </a:lnTo>
                <a:lnTo>
                  <a:pt x="6475595" y="952500"/>
                </a:lnTo>
                <a:lnTo>
                  <a:pt x="6527413" y="965200"/>
                </a:lnTo>
                <a:lnTo>
                  <a:pt x="6579013" y="965200"/>
                </a:lnTo>
                <a:lnTo>
                  <a:pt x="6681545" y="990600"/>
                </a:lnTo>
                <a:lnTo>
                  <a:pt x="6732466" y="990600"/>
                </a:lnTo>
                <a:lnTo>
                  <a:pt x="7227966" y="1117600"/>
                </a:lnTo>
                <a:lnTo>
                  <a:pt x="7276043" y="1143000"/>
                </a:lnTo>
                <a:lnTo>
                  <a:pt x="7371333" y="1168400"/>
                </a:lnTo>
                <a:lnTo>
                  <a:pt x="7834630" y="1054100"/>
                </a:lnTo>
                <a:lnTo>
                  <a:pt x="7187691" y="1054100"/>
                </a:lnTo>
                <a:lnTo>
                  <a:pt x="6540881" y="889000"/>
                </a:lnTo>
                <a:close/>
              </a:path>
              <a:path w="9051925" h="6343650">
                <a:moveTo>
                  <a:pt x="1402460" y="889000"/>
                </a:moveTo>
                <a:lnTo>
                  <a:pt x="1371827" y="927100"/>
                </a:lnTo>
                <a:lnTo>
                  <a:pt x="1341492" y="965200"/>
                </a:lnTo>
                <a:lnTo>
                  <a:pt x="1311450" y="1003300"/>
                </a:lnTo>
                <a:lnTo>
                  <a:pt x="1281695" y="1041400"/>
                </a:lnTo>
                <a:lnTo>
                  <a:pt x="1252220" y="1079500"/>
                </a:lnTo>
                <a:lnTo>
                  <a:pt x="1365504" y="1054100"/>
                </a:lnTo>
                <a:lnTo>
                  <a:pt x="2012442" y="1054100"/>
                </a:lnTo>
                <a:lnTo>
                  <a:pt x="1402460" y="889000"/>
                </a:lnTo>
                <a:close/>
              </a:path>
              <a:path w="9051925" h="6343650">
                <a:moveTo>
                  <a:pt x="2659380" y="889000"/>
                </a:moveTo>
                <a:lnTo>
                  <a:pt x="2012442" y="1054100"/>
                </a:lnTo>
                <a:lnTo>
                  <a:pt x="3306318" y="1054100"/>
                </a:lnTo>
                <a:lnTo>
                  <a:pt x="2659380" y="889000"/>
                </a:lnTo>
                <a:close/>
              </a:path>
              <a:path w="9051925" h="6343650">
                <a:moveTo>
                  <a:pt x="3953129" y="889000"/>
                </a:moveTo>
                <a:lnTo>
                  <a:pt x="3306318" y="1054100"/>
                </a:lnTo>
                <a:lnTo>
                  <a:pt x="4600066" y="1054100"/>
                </a:lnTo>
                <a:lnTo>
                  <a:pt x="3953129" y="889000"/>
                </a:lnTo>
                <a:close/>
              </a:path>
              <a:path w="9051925" h="6343650">
                <a:moveTo>
                  <a:pt x="7834630" y="889000"/>
                </a:moveTo>
                <a:lnTo>
                  <a:pt x="7187691" y="1054100"/>
                </a:lnTo>
                <a:lnTo>
                  <a:pt x="8481567" y="1054100"/>
                </a:lnTo>
                <a:lnTo>
                  <a:pt x="7834630" y="889000"/>
                </a:lnTo>
                <a:close/>
              </a:path>
              <a:path w="9051925" h="6343650">
                <a:moveTo>
                  <a:pt x="1592198" y="673100"/>
                </a:moveTo>
                <a:lnTo>
                  <a:pt x="1560528" y="711200"/>
                </a:lnTo>
                <a:lnTo>
                  <a:pt x="1529143" y="749300"/>
                </a:lnTo>
                <a:lnTo>
                  <a:pt x="1498044" y="787400"/>
                </a:lnTo>
                <a:lnTo>
                  <a:pt x="1467231" y="812800"/>
                </a:lnTo>
                <a:lnTo>
                  <a:pt x="2012442" y="965200"/>
                </a:lnTo>
                <a:lnTo>
                  <a:pt x="2659380" y="787400"/>
                </a:lnTo>
                <a:lnTo>
                  <a:pt x="2012442" y="787400"/>
                </a:lnTo>
                <a:lnTo>
                  <a:pt x="1592198" y="673100"/>
                </a:lnTo>
                <a:close/>
              </a:path>
              <a:path w="9051925" h="6343650">
                <a:moveTo>
                  <a:pt x="3953129" y="787400"/>
                </a:moveTo>
                <a:lnTo>
                  <a:pt x="2659380" y="787400"/>
                </a:lnTo>
                <a:lnTo>
                  <a:pt x="3306318" y="965200"/>
                </a:lnTo>
                <a:lnTo>
                  <a:pt x="3953129" y="787400"/>
                </a:lnTo>
                <a:close/>
              </a:path>
              <a:path w="9051925" h="6343650">
                <a:moveTo>
                  <a:pt x="5247005" y="787400"/>
                </a:moveTo>
                <a:lnTo>
                  <a:pt x="3953129" y="787400"/>
                </a:lnTo>
                <a:lnTo>
                  <a:pt x="4600066" y="965200"/>
                </a:lnTo>
                <a:lnTo>
                  <a:pt x="5247005" y="787400"/>
                </a:lnTo>
                <a:close/>
              </a:path>
              <a:path w="9051925" h="6343650">
                <a:moveTo>
                  <a:pt x="7834630" y="787400"/>
                </a:moveTo>
                <a:lnTo>
                  <a:pt x="6540881" y="787400"/>
                </a:lnTo>
                <a:lnTo>
                  <a:pt x="7187691" y="965200"/>
                </a:lnTo>
                <a:lnTo>
                  <a:pt x="7834630" y="787400"/>
                </a:lnTo>
                <a:close/>
              </a:path>
              <a:path w="9051925" h="6343650">
                <a:moveTo>
                  <a:pt x="9051671" y="635000"/>
                </a:moveTo>
                <a:lnTo>
                  <a:pt x="8481567" y="787400"/>
                </a:lnTo>
                <a:lnTo>
                  <a:pt x="7834630" y="787400"/>
                </a:lnTo>
                <a:lnTo>
                  <a:pt x="8481567" y="965200"/>
                </a:lnTo>
                <a:lnTo>
                  <a:pt x="9051671" y="812800"/>
                </a:lnTo>
                <a:lnTo>
                  <a:pt x="9051671" y="635000"/>
                </a:lnTo>
                <a:close/>
              </a:path>
              <a:path w="9051925" h="6343650">
                <a:moveTo>
                  <a:pt x="6540881" y="787400"/>
                </a:moveTo>
                <a:lnTo>
                  <a:pt x="5247005" y="787400"/>
                </a:lnTo>
                <a:lnTo>
                  <a:pt x="5803391" y="939800"/>
                </a:lnTo>
                <a:lnTo>
                  <a:pt x="5905865" y="939800"/>
                </a:lnTo>
                <a:lnTo>
                  <a:pt x="5957357" y="927100"/>
                </a:lnTo>
                <a:lnTo>
                  <a:pt x="6009005" y="927100"/>
                </a:lnTo>
                <a:lnTo>
                  <a:pt x="6540881" y="787400"/>
                </a:lnTo>
                <a:close/>
              </a:path>
              <a:path w="9051925" h="6343650">
                <a:moveTo>
                  <a:pt x="2659380" y="622300"/>
                </a:moveTo>
                <a:lnTo>
                  <a:pt x="2012442" y="787400"/>
                </a:lnTo>
                <a:lnTo>
                  <a:pt x="3306318" y="787400"/>
                </a:lnTo>
                <a:lnTo>
                  <a:pt x="2659380" y="622300"/>
                </a:lnTo>
                <a:close/>
              </a:path>
              <a:path w="9051925" h="6343650">
                <a:moveTo>
                  <a:pt x="3953129" y="622300"/>
                </a:moveTo>
                <a:lnTo>
                  <a:pt x="3306318" y="787400"/>
                </a:lnTo>
                <a:lnTo>
                  <a:pt x="4600066" y="787400"/>
                </a:lnTo>
                <a:lnTo>
                  <a:pt x="3953129" y="622300"/>
                </a:lnTo>
                <a:close/>
              </a:path>
              <a:path w="9051925" h="6343650">
                <a:moveTo>
                  <a:pt x="5247005" y="622300"/>
                </a:moveTo>
                <a:lnTo>
                  <a:pt x="4600066" y="787400"/>
                </a:lnTo>
                <a:lnTo>
                  <a:pt x="5893942" y="787400"/>
                </a:lnTo>
                <a:lnTo>
                  <a:pt x="5247005" y="622300"/>
                </a:lnTo>
                <a:close/>
              </a:path>
              <a:path w="9051925" h="6343650">
                <a:moveTo>
                  <a:pt x="6540881" y="622300"/>
                </a:moveTo>
                <a:lnTo>
                  <a:pt x="5893942" y="787400"/>
                </a:lnTo>
                <a:lnTo>
                  <a:pt x="7187691" y="787400"/>
                </a:lnTo>
                <a:lnTo>
                  <a:pt x="6540881" y="622300"/>
                </a:lnTo>
                <a:close/>
              </a:path>
              <a:path w="9051925" h="6343650">
                <a:moveTo>
                  <a:pt x="7834630" y="622300"/>
                </a:moveTo>
                <a:lnTo>
                  <a:pt x="7187691" y="787400"/>
                </a:lnTo>
                <a:lnTo>
                  <a:pt x="8481567" y="787400"/>
                </a:lnTo>
                <a:lnTo>
                  <a:pt x="7834630" y="622300"/>
                </a:lnTo>
                <a:close/>
              </a:path>
              <a:path w="9051925" h="6343650">
                <a:moveTo>
                  <a:pt x="1797177" y="469900"/>
                </a:moveTo>
                <a:lnTo>
                  <a:pt x="1761622" y="495300"/>
                </a:lnTo>
                <a:lnTo>
                  <a:pt x="1726390" y="533400"/>
                </a:lnTo>
                <a:lnTo>
                  <a:pt x="1656842" y="609600"/>
                </a:lnTo>
                <a:lnTo>
                  <a:pt x="2012442" y="698500"/>
                </a:lnTo>
                <a:lnTo>
                  <a:pt x="2659380" y="533400"/>
                </a:lnTo>
                <a:lnTo>
                  <a:pt x="9051671" y="533400"/>
                </a:lnTo>
                <a:lnTo>
                  <a:pt x="9051671" y="520700"/>
                </a:lnTo>
                <a:lnTo>
                  <a:pt x="2012442" y="520700"/>
                </a:lnTo>
                <a:lnTo>
                  <a:pt x="1797177" y="469900"/>
                </a:lnTo>
                <a:close/>
              </a:path>
              <a:path w="9051925" h="6343650">
                <a:moveTo>
                  <a:pt x="3953129" y="533400"/>
                </a:moveTo>
                <a:lnTo>
                  <a:pt x="2659380" y="533400"/>
                </a:lnTo>
                <a:lnTo>
                  <a:pt x="3306318" y="698500"/>
                </a:lnTo>
                <a:lnTo>
                  <a:pt x="3953129" y="533400"/>
                </a:lnTo>
                <a:close/>
              </a:path>
              <a:path w="9051925" h="6343650">
                <a:moveTo>
                  <a:pt x="5247005" y="533400"/>
                </a:moveTo>
                <a:lnTo>
                  <a:pt x="3953129" y="533400"/>
                </a:lnTo>
                <a:lnTo>
                  <a:pt x="4600066" y="698500"/>
                </a:lnTo>
                <a:lnTo>
                  <a:pt x="5247005" y="533400"/>
                </a:lnTo>
                <a:close/>
              </a:path>
              <a:path w="9051925" h="6343650">
                <a:moveTo>
                  <a:pt x="6540881" y="533400"/>
                </a:moveTo>
                <a:lnTo>
                  <a:pt x="5247005" y="533400"/>
                </a:lnTo>
                <a:lnTo>
                  <a:pt x="5893942" y="698500"/>
                </a:lnTo>
                <a:lnTo>
                  <a:pt x="6540881" y="533400"/>
                </a:lnTo>
                <a:close/>
              </a:path>
              <a:path w="9051925" h="6343650">
                <a:moveTo>
                  <a:pt x="7834630" y="533400"/>
                </a:moveTo>
                <a:lnTo>
                  <a:pt x="6540881" y="533400"/>
                </a:lnTo>
                <a:lnTo>
                  <a:pt x="7187691" y="698500"/>
                </a:lnTo>
                <a:lnTo>
                  <a:pt x="7834630" y="533400"/>
                </a:lnTo>
                <a:close/>
              </a:path>
              <a:path w="9051925" h="6343650">
                <a:moveTo>
                  <a:pt x="9051671" y="533400"/>
                </a:moveTo>
                <a:lnTo>
                  <a:pt x="7834630" y="533400"/>
                </a:lnTo>
                <a:lnTo>
                  <a:pt x="8481567" y="698500"/>
                </a:lnTo>
                <a:lnTo>
                  <a:pt x="9051671" y="546100"/>
                </a:lnTo>
                <a:lnTo>
                  <a:pt x="9051671" y="533400"/>
                </a:lnTo>
                <a:close/>
              </a:path>
              <a:path w="9051925" h="6343650">
                <a:moveTo>
                  <a:pt x="2659380" y="342900"/>
                </a:moveTo>
                <a:lnTo>
                  <a:pt x="2012442" y="520700"/>
                </a:lnTo>
                <a:lnTo>
                  <a:pt x="3306318" y="520700"/>
                </a:lnTo>
                <a:lnTo>
                  <a:pt x="2659380" y="342900"/>
                </a:lnTo>
                <a:close/>
              </a:path>
              <a:path w="9051925" h="6343650">
                <a:moveTo>
                  <a:pt x="3953129" y="342900"/>
                </a:moveTo>
                <a:lnTo>
                  <a:pt x="3306318" y="520700"/>
                </a:lnTo>
                <a:lnTo>
                  <a:pt x="4600066" y="520700"/>
                </a:lnTo>
                <a:lnTo>
                  <a:pt x="3953129" y="342900"/>
                </a:lnTo>
                <a:close/>
              </a:path>
              <a:path w="9051925" h="6343650">
                <a:moveTo>
                  <a:pt x="5247005" y="342900"/>
                </a:moveTo>
                <a:lnTo>
                  <a:pt x="4600066" y="520700"/>
                </a:lnTo>
                <a:lnTo>
                  <a:pt x="5893942" y="520700"/>
                </a:lnTo>
                <a:lnTo>
                  <a:pt x="5247005" y="342900"/>
                </a:lnTo>
                <a:close/>
              </a:path>
              <a:path w="9051925" h="6343650">
                <a:moveTo>
                  <a:pt x="6540881" y="342900"/>
                </a:moveTo>
                <a:lnTo>
                  <a:pt x="5893942" y="520700"/>
                </a:lnTo>
                <a:lnTo>
                  <a:pt x="7187691" y="520700"/>
                </a:lnTo>
                <a:lnTo>
                  <a:pt x="6540881" y="342900"/>
                </a:lnTo>
                <a:close/>
              </a:path>
              <a:path w="9051925" h="6343650">
                <a:moveTo>
                  <a:pt x="7834630" y="342900"/>
                </a:moveTo>
                <a:lnTo>
                  <a:pt x="7187691" y="520700"/>
                </a:lnTo>
                <a:lnTo>
                  <a:pt x="8481567" y="520700"/>
                </a:lnTo>
                <a:lnTo>
                  <a:pt x="7834630" y="342900"/>
                </a:lnTo>
                <a:close/>
              </a:path>
              <a:path w="9051925" h="6343650">
                <a:moveTo>
                  <a:pt x="9051671" y="368300"/>
                </a:moveTo>
                <a:lnTo>
                  <a:pt x="8481567" y="520700"/>
                </a:lnTo>
                <a:lnTo>
                  <a:pt x="9051671" y="520700"/>
                </a:lnTo>
                <a:lnTo>
                  <a:pt x="9051671" y="368300"/>
                </a:lnTo>
                <a:close/>
              </a:path>
              <a:path w="9051925" h="6343650">
                <a:moveTo>
                  <a:pt x="2659380" y="76200"/>
                </a:moveTo>
                <a:lnTo>
                  <a:pt x="2023871" y="254000"/>
                </a:lnTo>
                <a:lnTo>
                  <a:pt x="1941925" y="330200"/>
                </a:lnTo>
                <a:lnTo>
                  <a:pt x="1861311" y="406400"/>
                </a:lnTo>
                <a:lnTo>
                  <a:pt x="2012442" y="444500"/>
                </a:lnTo>
                <a:lnTo>
                  <a:pt x="2659380" y="266700"/>
                </a:lnTo>
                <a:lnTo>
                  <a:pt x="9051671" y="266700"/>
                </a:lnTo>
                <a:lnTo>
                  <a:pt x="9051671" y="254000"/>
                </a:lnTo>
                <a:lnTo>
                  <a:pt x="3306318" y="254000"/>
                </a:lnTo>
                <a:lnTo>
                  <a:pt x="2659380" y="76200"/>
                </a:lnTo>
                <a:close/>
              </a:path>
              <a:path w="9051925" h="6343650">
                <a:moveTo>
                  <a:pt x="3953129" y="266700"/>
                </a:moveTo>
                <a:lnTo>
                  <a:pt x="2659380" y="266700"/>
                </a:lnTo>
                <a:lnTo>
                  <a:pt x="3306318" y="444500"/>
                </a:lnTo>
                <a:lnTo>
                  <a:pt x="3953129" y="266700"/>
                </a:lnTo>
                <a:close/>
              </a:path>
              <a:path w="9051925" h="6343650">
                <a:moveTo>
                  <a:pt x="5247005" y="266700"/>
                </a:moveTo>
                <a:lnTo>
                  <a:pt x="3953129" y="266700"/>
                </a:lnTo>
                <a:lnTo>
                  <a:pt x="4600066" y="444500"/>
                </a:lnTo>
                <a:lnTo>
                  <a:pt x="5247005" y="266700"/>
                </a:lnTo>
                <a:close/>
              </a:path>
              <a:path w="9051925" h="6343650">
                <a:moveTo>
                  <a:pt x="6540881" y="266700"/>
                </a:moveTo>
                <a:lnTo>
                  <a:pt x="5247005" y="266700"/>
                </a:lnTo>
                <a:lnTo>
                  <a:pt x="5893942" y="444500"/>
                </a:lnTo>
                <a:lnTo>
                  <a:pt x="6540881" y="266700"/>
                </a:lnTo>
                <a:close/>
              </a:path>
              <a:path w="9051925" h="6343650">
                <a:moveTo>
                  <a:pt x="7834630" y="266700"/>
                </a:moveTo>
                <a:lnTo>
                  <a:pt x="6540881" y="266700"/>
                </a:lnTo>
                <a:lnTo>
                  <a:pt x="7187691" y="444500"/>
                </a:lnTo>
                <a:lnTo>
                  <a:pt x="7834630" y="266700"/>
                </a:lnTo>
                <a:close/>
              </a:path>
              <a:path w="9051925" h="6343650">
                <a:moveTo>
                  <a:pt x="9051671" y="266700"/>
                </a:moveTo>
                <a:lnTo>
                  <a:pt x="7834630" y="266700"/>
                </a:lnTo>
                <a:lnTo>
                  <a:pt x="8481567" y="444500"/>
                </a:lnTo>
                <a:lnTo>
                  <a:pt x="9051671" y="292100"/>
                </a:lnTo>
                <a:lnTo>
                  <a:pt x="9051671" y="266700"/>
                </a:lnTo>
                <a:close/>
              </a:path>
              <a:path w="9051925" h="6343650">
                <a:moveTo>
                  <a:pt x="3953129" y="76200"/>
                </a:moveTo>
                <a:lnTo>
                  <a:pt x="3306318" y="254000"/>
                </a:lnTo>
                <a:lnTo>
                  <a:pt x="4600066" y="254000"/>
                </a:lnTo>
                <a:lnTo>
                  <a:pt x="3953129" y="76200"/>
                </a:lnTo>
                <a:close/>
              </a:path>
              <a:path w="9051925" h="6343650">
                <a:moveTo>
                  <a:pt x="5247005" y="76200"/>
                </a:moveTo>
                <a:lnTo>
                  <a:pt x="4600066" y="254000"/>
                </a:lnTo>
                <a:lnTo>
                  <a:pt x="5893942" y="254000"/>
                </a:lnTo>
                <a:lnTo>
                  <a:pt x="5247005" y="76200"/>
                </a:lnTo>
                <a:close/>
              </a:path>
              <a:path w="9051925" h="6343650">
                <a:moveTo>
                  <a:pt x="6540881" y="76200"/>
                </a:moveTo>
                <a:lnTo>
                  <a:pt x="5893942" y="254000"/>
                </a:lnTo>
                <a:lnTo>
                  <a:pt x="7187691" y="254000"/>
                </a:lnTo>
                <a:lnTo>
                  <a:pt x="6540881" y="76200"/>
                </a:lnTo>
                <a:close/>
              </a:path>
              <a:path w="9051925" h="6343650">
                <a:moveTo>
                  <a:pt x="7834630" y="76200"/>
                </a:moveTo>
                <a:lnTo>
                  <a:pt x="7187691" y="254000"/>
                </a:lnTo>
                <a:lnTo>
                  <a:pt x="8481567" y="254000"/>
                </a:lnTo>
                <a:lnTo>
                  <a:pt x="7834630" y="76200"/>
                </a:lnTo>
                <a:close/>
              </a:path>
              <a:path w="9051925" h="6343650">
                <a:moveTo>
                  <a:pt x="9051671" y="101600"/>
                </a:moveTo>
                <a:lnTo>
                  <a:pt x="8481567" y="254000"/>
                </a:lnTo>
                <a:lnTo>
                  <a:pt x="9051671" y="254000"/>
                </a:lnTo>
                <a:lnTo>
                  <a:pt x="9051671" y="101600"/>
                </a:lnTo>
                <a:close/>
              </a:path>
              <a:path w="9051925" h="6343650">
                <a:moveTo>
                  <a:pt x="3953129" y="12700"/>
                </a:moveTo>
                <a:lnTo>
                  <a:pt x="2659380" y="12700"/>
                </a:lnTo>
                <a:lnTo>
                  <a:pt x="3306318" y="177800"/>
                </a:lnTo>
                <a:lnTo>
                  <a:pt x="3953129" y="12700"/>
                </a:lnTo>
                <a:close/>
              </a:path>
              <a:path w="9051925" h="6343650">
                <a:moveTo>
                  <a:pt x="5247005" y="12700"/>
                </a:moveTo>
                <a:lnTo>
                  <a:pt x="3953129" y="12700"/>
                </a:lnTo>
                <a:lnTo>
                  <a:pt x="4600066" y="177800"/>
                </a:lnTo>
                <a:lnTo>
                  <a:pt x="5247005" y="12700"/>
                </a:lnTo>
                <a:close/>
              </a:path>
              <a:path w="9051925" h="6343650">
                <a:moveTo>
                  <a:pt x="6540881" y="12700"/>
                </a:moveTo>
                <a:lnTo>
                  <a:pt x="5247005" y="12700"/>
                </a:lnTo>
                <a:lnTo>
                  <a:pt x="5893942" y="177800"/>
                </a:lnTo>
                <a:lnTo>
                  <a:pt x="6540881" y="12700"/>
                </a:lnTo>
                <a:close/>
              </a:path>
              <a:path w="9051925" h="6343650">
                <a:moveTo>
                  <a:pt x="7834630" y="12700"/>
                </a:moveTo>
                <a:lnTo>
                  <a:pt x="6540881" y="12700"/>
                </a:lnTo>
                <a:lnTo>
                  <a:pt x="7187691" y="177800"/>
                </a:lnTo>
                <a:lnTo>
                  <a:pt x="7834630" y="12700"/>
                </a:lnTo>
                <a:close/>
              </a:path>
              <a:path w="9051925" h="6343650">
                <a:moveTo>
                  <a:pt x="9051671" y="12700"/>
                </a:moveTo>
                <a:lnTo>
                  <a:pt x="7834630" y="12700"/>
                </a:lnTo>
                <a:lnTo>
                  <a:pt x="8481567" y="177800"/>
                </a:lnTo>
                <a:lnTo>
                  <a:pt x="9051671" y="25400"/>
                </a:lnTo>
                <a:lnTo>
                  <a:pt x="9051671" y="12700"/>
                </a:lnTo>
                <a:close/>
              </a:path>
              <a:path w="9051925" h="6343650">
                <a:moveTo>
                  <a:pt x="9051671" y="0"/>
                </a:moveTo>
                <a:lnTo>
                  <a:pt x="2326512" y="0"/>
                </a:lnTo>
                <a:lnTo>
                  <a:pt x="2289816" y="25400"/>
                </a:lnTo>
                <a:lnTo>
                  <a:pt x="2253338" y="63500"/>
                </a:lnTo>
                <a:lnTo>
                  <a:pt x="2181066" y="114300"/>
                </a:lnTo>
                <a:lnTo>
                  <a:pt x="2145284" y="152400"/>
                </a:lnTo>
                <a:lnTo>
                  <a:pt x="2659380" y="12700"/>
                </a:lnTo>
                <a:lnTo>
                  <a:pt x="9051671" y="12700"/>
                </a:lnTo>
                <a:lnTo>
                  <a:pt x="9051671" y="0"/>
                </a:lnTo>
                <a:close/>
              </a:path>
              <a:path w="9051925" h="6343650">
                <a:moveTo>
                  <a:pt x="1365504" y="6217043"/>
                </a:moveTo>
                <a:lnTo>
                  <a:pt x="894080" y="6343383"/>
                </a:lnTo>
                <a:lnTo>
                  <a:pt x="992758" y="6343383"/>
                </a:lnTo>
                <a:lnTo>
                  <a:pt x="1365504" y="6243497"/>
                </a:lnTo>
                <a:lnTo>
                  <a:pt x="1464241" y="6243497"/>
                </a:lnTo>
                <a:lnTo>
                  <a:pt x="1365504" y="6217043"/>
                </a:lnTo>
                <a:close/>
              </a:path>
              <a:path w="9051925" h="6343650">
                <a:moveTo>
                  <a:pt x="1464241" y="6243497"/>
                </a:moveTo>
                <a:lnTo>
                  <a:pt x="1365504" y="6243497"/>
                </a:lnTo>
                <a:lnTo>
                  <a:pt x="1738248" y="6343383"/>
                </a:lnTo>
                <a:lnTo>
                  <a:pt x="1837055" y="6343383"/>
                </a:lnTo>
                <a:lnTo>
                  <a:pt x="1464241" y="6243497"/>
                </a:lnTo>
                <a:close/>
              </a:path>
              <a:path w="9051925" h="6343650">
                <a:moveTo>
                  <a:pt x="379693" y="4163440"/>
                </a:moveTo>
                <a:lnTo>
                  <a:pt x="71627" y="4163440"/>
                </a:lnTo>
                <a:lnTo>
                  <a:pt x="718566" y="4336669"/>
                </a:lnTo>
                <a:lnTo>
                  <a:pt x="1026383" y="4254245"/>
                </a:lnTo>
                <a:lnTo>
                  <a:pt x="718566" y="4254245"/>
                </a:lnTo>
                <a:lnTo>
                  <a:pt x="379693" y="4163440"/>
                </a:lnTo>
                <a:close/>
              </a:path>
              <a:path w="9051925" h="6343650">
                <a:moveTo>
                  <a:pt x="1673569" y="4163440"/>
                </a:moveTo>
                <a:lnTo>
                  <a:pt x="1365504" y="4163440"/>
                </a:lnTo>
                <a:lnTo>
                  <a:pt x="2012442" y="4336669"/>
                </a:lnTo>
                <a:lnTo>
                  <a:pt x="2231262" y="4277995"/>
                </a:lnTo>
                <a:lnTo>
                  <a:pt x="2233999" y="4256585"/>
                </a:lnTo>
                <a:lnTo>
                  <a:pt x="2234313" y="4254245"/>
                </a:lnTo>
                <a:lnTo>
                  <a:pt x="2012442" y="4254245"/>
                </a:lnTo>
                <a:lnTo>
                  <a:pt x="1673569" y="4163440"/>
                </a:lnTo>
                <a:close/>
              </a:path>
              <a:path w="9051925" h="6343650">
                <a:moveTo>
                  <a:pt x="1365504" y="4080890"/>
                </a:moveTo>
                <a:lnTo>
                  <a:pt x="718566" y="4254245"/>
                </a:lnTo>
                <a:lnTo>
                  <a:pt x="1026383" y="4254245"/>
                </a:lnTo>
                <a:lnTo>
                  <a:pt x="1365504" y="4163440"/>
                </a:lnTo>
                <a:lnTo>
                  <a:pt x="1673569" y="4163440"/>
                </a:lnTo>
                <a:lnTo>
                  <a:pt x="1365504" y="4080890"/>
                </a:lnTo>
                <a:close/>
              </a:path>
              <a:path w="9051925" h="6343650">
                <a:moveTo>
                  <a:pt x="2242947" y="4192524"/>
                </a:moveTo>
                <a:lnTo>
                  <a:pt x="2012442" y="4254245"/>
                </a:lnTo>
                <a:lnTo>
                  <a:pt x="2234313" y="4254245"/>
                </a:lnTo>
                <a:lnTo>
                  <a:pt x="2236866" y="4235211"/>
                </a:lnTo>
                <a:lnTo>
                  <a:pt x="2239853" y="4213861"/>
                </a:lnTo>
                <a:lnTo>
                  <a:pt x="2242947" y="4192524"/>
                </a:lnTo>
                <a:close/>
              </a:path>
              <a:path w="9051925" h="6343650">
                <a:moveTo>
                  <a:pt x="71627" y="4080890"/>
                </a:moveTo>
                <a:lnTo>
                  <a:pt x="33498" y="4111710"/>
                </a:lnTo>
                <a:lnTo>
                  <a:pt x="29152" y="4154140"/>
                </a:lnTo>
                <a:lnTo>
                  <a:pt x="27050" y="4175379"/>
                </a:lnTo>
                <a:lnTo>
                  <a:pt x="71627" y="4163440"/>
                </a:lnTo>
                <a:lnTo>
                  <a:pt x="379693" y="4163440"/>
                </a:lnTo>
                <a:lnTo>
                  <a:pt x="71627" y="4080890"/>
                </a:lnTo>
                <a:close/>
              </a:path>
              <a:path w="9051925" h="6343650">
                <a:moveTo>
                  <a:pt x="353152" y="4423409"/>
                </a:moveTo>
                <a:lnTo>
                  <a:pt x="71627" y="4423409"/>
                </a:lnTo>
                <a:lnTo>
                  <a:pt x="718566" y="4596764"/>
                </a:lnTo>
                <a:lnTo>
                  <a:pt x="1000090" y="4521327"/>
                </a:lnTo>
                <a:lnTo>
                  <a:pt x="718566" y="4521327"/>
                </a:lnTo>
                <a:lnTo>
                  <a:pt x="353152" y="4423409"/>
                </a:lnTo>
                <a:close/>
              </a:path>
              <a:path w="9051925" h="6343650">
                <a:moveTo>
                  <a:pt x="1647028" y="4423409"/>
                </a:moveTo>
                <a:lnTo>
                  <a:pt x="1365504" y="4423409"/>
                </a:lnTo>
                <a:lnTo>
                  <a:pt x="2012442" y="4596764"/>
                </a:lnTo>
                <a:lnTo>
                  <a:pt x="2207641" y="4544440"/>
                </a:lnTo>
                <a:lnTo>
                  <a:pt x="2208736" y="4525202"/>
                </a:lnTo>
                <a:lnTo>
                  <a:pt x="2208976" y="4521327"/>
                </a:lnTo>
                <a:lnTo>
                  <a:pt x="2012442" y="4521327"/>
                </a:lnTo>
                <a:lnTo>
                  <a:pt x="1647028" y="4423409"/>
                </a:lnTo>
                <a:close/>
              </a:path>
              <a:path w="9051925" h="6343650">
                <a:moveTo>
                  <a:pt x="1365504" y="4347971"/>
                </a:moveTo>
                <a:lnTo>
                  <a:pt x="718566" y="4521327"/>
                </a:lnTo>
                <a:lnTo>
                  <a:pt x="1000090" y="4521327"/>
                </a:lnTo>
                <a:lnTo>
                  <a:pt x="1365504" y="4423409"/>
                </a:lnTo>
                <a:lnTo>
                  <a:pt x="1647028" y="4423409"/>
                </a:lnTo>
                <a:lnTo>
                  <a:pt x="1365504" y="4347971"/>
                </a:lnTo>
                <a:close/>
              </a:path>
              <a:path w="9051925" h="6343650">
                <a:moveTo>
                  <a:pt x="2212594" y="4467606"/>
                </a:moveTo>
                <a:lnTo>
                  <a:pt x="2012442" y="4521327"/>
                </a:lnTo>
                <a:lnTo>
                  <a:pt x="2208976" y="4521327"/>
                </a:lnTo>
                <a:lnTo>
                  <a:pt x="2209927" y="4505975"/>
                </a:lnTo>
                <a:lnTo>
                  <a:pt x="2211212" y="4486773"/>
                </a:lnTo>
                <a:lnTo>
                  <a:pt x="2212594" y="4467606"/>
                </a:lnTo>
                <a:close/>
              </a:path>
              <a:path w="9051925" h="6343650">
                <a:moveTo>
                  <a:pt x="71627" y="4347971"/>
                </a:moveTo>
                <a:lnTo>
                  <a:pt x="12064" y="4363974"/>
                </a:lnTo>
                <a:lnTo>
                  <a:pt x="9699" y="4402216"/>
                </a:lnTo>
                <a:lnTo>
                  <a:pt x="7619" y="4440555"/>
                </a:lnTo>
                <a:lnTo>
                  <a:pt x="71627" y="4423409"/>
                </a:lnTo>
                <a:lnTo>
                  <a:pt x="353152" y="4423409"/>
                </a:lnTo>
                <a:lnTo>
                  <a:pt x="71627" y="4347971"/>
                </a:lnTo>
                <a:close/>
              </a:path>
              <a:path w="9051925" h="6343650">
                <a:moveTo>
                  <a:pt x="121539" y="5963386"/>
                </a:moveTo>
                <a:lnTo>
                  <a:pt x="123370" y="5972263"/>
                </a:lnTo>
                <a:lnTo>
                  <a:pt x="127128" y="5989982"/>
                </a:lnTo>
                <a:lnTo>
                  <a:pt x="129031" y="5998845"/>
                </a:lnTo>
                <a:lnTo>
                  <a:pt x="718566" y="6156820"/>
                </a:lnTo>
                <a:lnTo>
                  <a:pt x="843422" y="6123368"/>
                </a:lnTo>
                <a:lnTo>
                  <a:pt x="718566" y="6123368"/>
                </a:lnTo>
                <a:lnTo>
                  <a:pt x="121539" y="5963386"/>
                </a:lnTo>
                <a:close/>
              </a:path>
              <a:path w="9051925" h="6343650">
                <a:moveTo>
                  <a:pt x="1490360" y="5983490"/>
                </a:moveTo>
                <a:lnTo>
                  <a:pt x="1365504" y="5983490"/>
                </a:lnTo>
                <a:lnTo>
                  <a:pt x="2012442" y="6156820"/>
                </a:lnTo>
                <a:lnTo>
                  <a:pt x="2137302" y="6123368"/>
                </a:lnTo>
                <a:lnTo>
                  <a:pt x="2012442" y="6123368"/>
                </a:lnTo>
                <a:lnTo>
                  <a:pt x="1490360" y="5983490"/>
                </a:lnTo>
                <a:close/>
              </a:path>
              <a:path w="9051925" h="6343650">
                <a:moveTo>
                  <a:pt x="1365504" y="5950038"/>
                </a:moveTo>
                <a:lnTo>
                  <a:pt x="718566" y="6123368"/>
                </a:lnTo>
                <a:lnTo>
                  <a:pt x="843422" y="6123368"/>
                </a:lnTo>
                <a:lnTo>
                  <a:pt x="1365504" y="5983490"/>
                </a:lnTo>
                <a:lnTo>
                  <a:pt x="1490360" y="5983490"/>
                </a:lnTo>
                <a:lnTo>
                  <a:pt x="1365504" y="5950038"/>
                </a:lnTo>
                <a:close/>
              </a:path>
              <a:path w="9051925" h="6343650">
                <a:moveTo>
                  <a:pt x="2415921" y="6015266"/>
                </a:moveTo>
                <a:lnTo>
                  <a:pt x="2012442" y="6123368"/>
                </a:lnTo>
                <a:lnTo>
                  <a:pt x="2137302" y="6123368"/>
                </a:lnTo>
                <a:lnTo>
                  <a:pt x="2426843" y="6045796"/>
                </a:lnTo>
                <a:lnTo>
                  <a:pt x="2421334" y="6030541"/>
                </a:lnTo>
                <a:lnTo>
                  <a:pt x="2418609" y="6022908"/>
                </a:lnTo>
                <a:lnTo>
                  <a:pt x="2415921" y="6015266"/>
                </a:lnTo>
                <a:close/>
              </a:path>
              <a:path w="9051925" h="6343650">
                <a:moveTo>
                  <a:pt x="274951" y="5203444"/>
                </a:moveTo>
                <a:lnTo>
                  <a:pt x="71627" y="5203444"/>
                </a:lnTo>
                <a:lnTo>
                  <a:pt x="718566" y="5376798"/>
                </a:lnTo>
                <a:lnTo>
                  <a:pt x="921889" y="5322316"/>
                </a:lnTo>
                <a:lnTo>
                  <a:pt x="718566" y="5322316"/>
                </a:lnTo>
                <a:lnTo>
                  <a:pt x="274951" y="5203444"/>
                </a:lnTo>
                <a:close/>
              </a:path>
              <a:path w="9051925" h="6343650">
                <a:moveTo>
                  <a:pt x="1568827" y="5203444"/>
                </a:moveTo>
                <a:lnTo>
                  <a:pt x="1365504" y="5203444"/>
                </a:lnTo>
                <a:lnTo>
                  <a:pt x="2012442" y="5376798"/>
                </a:lnTo>
                <a:lnTo>
                  <a:pt x="2215718" y="5322316"/>
                </a:lnTo>
                <a:lnTo>
                  <a:pt x="2012442" y="5322316"/>
                </a:lnTo>
                <a:lnTo>
                  <a:pt x="1568827" y="5203444"/>
                </a:lnTo>
                <a:close/>
              </a:path>
              <a:path w="9051925" h="6343650">
                <a:moveTo>
                  <a:pt x="1365504" y="5148960"/>
                </a:moveTo>
                <a:lnTo>
                  <a:pt x="718566" y="5322316"/>
                </a:lnTo>
                <a:lnTo>
                  <a:pt x="921889" y="5322316"/>
                </a:lnTo>
                <a:lnTo>
                  <a:pt x="1365504" y="5203444"/>
                </a:lnTo>
                <a:lnTo>
                  <a:pt x="1568827" y="5203444"/>
                </a:lnTo>
                <a:lnTo>
                  <a:pt x="1365504" y="5148960"/>
                </a:lnTo>
                <a:close/>
              </a:path>
              <a:path w="9051925" h="6343650">
                <a:moveTo>
                  <a:pt x="2235835" y="5262498"/>
                </a:moveTo>
                <a:lnTo>
                  <a:pt x="2012442" y="5322316"/>
                </a:lnTo>
                <a:lnTo>
                  <a:pt x="2215718" y="5322316"/>
                </a:lnTo>
                <a:lnTo>
                  <a:pt x="2243201" y="5314949"/>
                </a:lnTo>
                <a:lnTo>
                  <a:pt x="2241299" y="5301878"/>
                </a:lnTo>
                <a:lnTo>
                  <a:pt x="2239422" y="5288772"/>
                </a:lnTo>
                <a:lnTo>
                  <a:pt x="2237593" y="5275641"/>
                </a:lnTo>
                <a:lnTo>
                  <a:pt x="2235835" y="5262498"/>
                </a:lnTo>
                <a:close/>
              </a:path>
              <a:path w="9051925" h="6343650">
                <a:moveTo>
                  <a:pt x="71627" y="5148960"/>
                </a:moveTo>
                <a:lnTo>
                  <a:pt x="13462" y="5164582"/>
                </a:lnTo>
                <a:lnTo>
                  <a:pt x="14454" y="5177917"/>
                </a:lnTo>
                <a:lnTo>
                  <a:pt x="16444" y="5203444"/>
                </a:lnTo>
                <a:lnTo>
                  <a:pt x="17525" y="5217921"/>
                </a:lnTo>
                <a:lnTo>
                  <a:pt x="71627" y="5203444"/>
                </a:lnTo>
                <a:lnTo>
                  <a:pt x="274951" y="5203444"/>
                </a:lnTo>
                <a:lnTo>
                  <a:pt x="71627" y="5148960"/>
                </a:lnTo>
                <a:close/>
              </a:path>
              <a:path w="9051925" h="6343650">
                <a:moveTo>
                  <a:pt x="327085" y="4683379"/>
                </a:moveTo>
                <a:lnTo>
                  <a:pt x="71627" y="4683379"/>
                </a:lnTo>
                <a:lnTo>
                  <a:pt x="718566" y="4856733"/>
                </a:lnTo>
                <a:lnTo>
                  <a:pt x="974023" y="4788281"/>
                </a:lnTo>
                <a:lnTo>
                  <a:pt x="718566" y="4788281"/>
                </a:lnTo>
                <a:lnTo>
                  <a:pt x="327085" y="4683379"/>
                </a:lnTo>
                <a:close/>
              </a:path>
              <a:path w="9051925" h="6343650">
                <a:moveTo>
                  <a:pt x="1620961" y="4683379"/>
                </a:moveTo>
                <a:lnTo>
                  <a:pt x="1365504" y="4683379"/>
                </a:lnTo>
                <a:lnTo>
                  <a:pt x="2012442" y="4856733"/>
                </a:lnTo>
                <a:lnTo>
                  <a:pt x="2202307" y="4805807"/>
                </a:lnTo>
                <a:lnTo>
                  <a:pt x="2202140" y="4792735"/>
                </a:lnTo>
                <a:lnTo>
                  <a:pt x="2202099" y="4788281"/>
                </a:lnTo>
                <a:lnTo>
                  <a:pt x="2012442" y="4788281"/>
                </a:lnTo>
                <a:lnTo>
                  <a:pt x="1620961" y="4683379"/>
                </a:lnTo>
                <a:close/>
              </a:path>
              <a:path w="9051925" h="6343650">
                <a:moveTo>
                  <a:pt x="1365504" y="4614926"/>
                </a:moveTo>
                <a:lnTo>
                  <a:pt x="718566" y="4788281"/>
                </a:lnTo>
                <a:lnTo>
                  <a:pt x="974023" y="4788281"/>
                </a:lnTo>
                <a:lnTo>
                  <a:pt x="1365504" y="4683379"/>
                </a:lnTo>
                <a:lnTo>
                  <a:pt x="1620961" y="4683379"/>
                </a:lnTo>
                <a:lnTo>
                  <a:pt x="1365504" y="4614926"/>
                </a:lnTo>
                <a:close/>
              </a:path>
              <a:path w="9051925" h="6343650">
                <a:moveTo>
                  <a:pt x="2202180" y="4737481"/>
                </a:moveTo>
                <a:lnTo>
                  <a:pt x="2012442" y="4788281"/>
                </a:lnTo>
                <a:lnTo>
                  <a:pt x="2202099" y="4788281"/>
                </a:lnTo>
                <a:lnTo>
                  <a:pt x="2202021" y="4779629"/>
                </a:lnTo>
                <a:lnTo>
                  <a:pt x="2201926" y="4748021"/>
                </a:lnTo>
                <a:lnTo>
                  <a:pt x="2202180" y="4742814"/>
                </a:lnTo>
                <a:lnTo>
                  <a:pt x="2202180" y="4737481"/>
                </a:lnTo>
                <a:close/>
              </a:path>
              <a:path w="9051925" h="6343650">
                <a:moveTo>
                  <a:pt x="71627" y="4614926"/>
                </a:moveTo>
                <a:lnTo>
                  <a:pt x="888" y="4633976"/>
                </a:lnTo>
                <a:lnTo>
                  <a:pt x="349" y="4668281"/>
                </a:lnTo>
                <a:lnTo>
                  <a:pt x="164" y="4683379"/>
                </a:lnTo>
                <a:lnTo>
                  <a:pt x="0" y="4702683"/>
                </a:lnTo>
                <a:lnTo>
                  <a:pt x="71627" y="4683379"/>
                </a:lnTo>
                <a:lnTo>
                  <a:pt x="327085" y="4683379"/>
                </a:lnTo>
                <a:lnTo>
                  <a:pt x="71627" y="4614926"/>
                </a:lnTo>
                <a:close/>
              </a:path>
              <a:path w="9051925" h="6343650">
                <a:moveTo>
                  <a:pt x="72007" y="5683135"/>
                </a:moveTo>
                <a:lnTo>
                  <a:pt x="71246" y="5683135"/>
                </a:lnTo>
                <a:lnTo>
                  <a:pt x="72905" y="5693647"/>
                </a:lnTo>
                <a:lnTo>
                  <a:pt x="76319" y="5714655"/>
                </a:lnTo>
                <a:lnTo>
                  <a:pt x="77977" y="5725159"/>
                </a:lnTo>
                <a:lnTo>
                  <a:pt x="718566" y="5896813"/>
                </a:lnTo>
                <a:lnTo>
                  <a:pt x="869518" y="5856363"/>
                </a:lnTo>
                <a:lnTo>
                  <a:pt x="718566" y="5856363"/>
                </a:lnTo>
                <a:lnTo>
                  <a:pt x="72007" y="5683135"/>
                </a:lnTo>
                <a:close/>
              </a:path>
              <a:path w="9051925" h="6343650">
                <a:moveTo>
                  <a:pt x="1516383" y="5723458"/>
                </a:moveTo>
                <a:lnTo>
                  <a:pt x="1365504" y="5723458"/>
                </a:lnTo>
                <a:lnTo>
                  <a:pt x="2012442" y="5896813"/>
                </a:lnTo>
                <a:lnTo>
                  <a:pt x="2163345" y="5856363"/>
                </a:lnTo>
                <a:lnTo>
                  <a:pt x="2012442" y="5856363"/>
                </a:lnTo>
                <a:lnTo>
                  <a:pt x="1516383" y="5723458"/>
                </a:lnTo>
                <a:close/>
              </a:path>
              <a:path w="9051925" h="6343650">
                <a:moveTo>
                  <a:pt x="1365883" y="5683135"/>
                </a:moveTo>
                <a:lnTo>
                  <a:pt x="1365124" y="5683135"/>
                </a:lnTo>
                <a:lnTo>
                  <a:pt x="718566" y="5856363"/>
                </a:lnTo>
                <a:lnTo>
                  <a:pt x="869518" y="5856363"/>
                </a:lnTo>
                <a:lnTo>
                  <a:pt x="1365504" y="5723458"/>
                </a:lnTo>
                <a:lnTo>
                  <a:pt x="1516383" y="5723458"/>
                </a:lnTo>
                <a:lnTo>
                  <a:pt x="1365883" y="5683135"/>
                </a:lnTo>
                <a:close/>
              </a:path>
              <a:path w="9051925" h="6343650">
                <a:moveTo>
                  <a:pt x="2338959" y="5768873"/>
                </a:moveTo>
                <a:lnTo>
                  <a:pt x="2012442" y="5856363"/>
                </a:lnTo>
                <a:lnTo>
                  <a:pt x="2163345" y="5856363"/>
                </a:lnTo>
                <a:lnTo>
                  <a:pt x="2349499" y="5806465"/>
                </a:lnTo>
                <a:lnTo>
                  <a:pt x="2344181" y="5787697"/>
                </a:lnTo>
                <a:lnTo>
                  <a:pt x="2341552" y="5778294"/>
                </a:lnTo>
                <a:lnTo>
                  <a:pt x="2338959" y="5768873"/>
                </a:lnTo>
                <a:close/>
              </a:path>
              <a:path w="9051925" h="6343650">
                <a:moveTo>
                  <a:pt x="248462" y="5463412"/>
                </a:moveTo>
                <a:lnTo>
                  <a:pt x="71627" y="5463412"/>
                </a:lnTo>
                <a:lnTo>
                  <a:pt x="718566" y="5636793"/>
                </a:lnTo>
                <a:lnTo>
                  <a:pt x="895606" y="5589346"/>
                </a:lnTo>
                <a:lnTo>
                  <a:pt x="718566" y="5589346"/>
                </a:lnTo>
                <a:lnTo>
                  <a:pt x="248462" y="5463412"/>
                </a:lnTo>
                <a:close/>
              </a:path>
              <a:path w="9051925" h="6343650">
                <a:moveTo>
                  <a:pt x="1542338" y="5463412"/>
                </a:moveTo>
                <a:lnTo>
                  <a:pt x="1365504" y="5463412"/>
                </a:lnTo>
                <a:lnTo>
                  <a:pt x="2012442" y="5636793"/>
                </a:lnTo>
                <a:lnTo>
                  <a:pt x="2189452" y="5589346"/>
                </a:lnTo>
                <a:lnTo>
                  <a:pt x="2012442" y="5589346"/>
                </a:lnTo>
                <a:lnTo>
                  <a:pt x="1542338" y="5463412"/>
                </a:lnTo>
                <a:close/>
              </a:path>
              <a:path w="9051925" h="6343650">
                <a:moveTo>
                  <a:pt x="1365504" y="5416042"/>
                </a:moveTo>
                <a:lnTo>
                  <a:pt x="718566" y="5589346"/>
                </a:lnTo>
                <a:lnTo>
                  <a:pt x="895606" y="5589346"/>
                </a:lnTo>
                <a:lnTo>
                  <a:pt x="1365504" y="5463412"/>
                </a:lnTo>
                <a:lnTo>
                  <a:pt x="1542338" y="5463412"/>
                </a:lnTo>
                <a:lnTo>
                  <a:pt x="1365504" y="5416042"/>
                </a:lnTo>
                <a:close/>
              </a:path>
              <a:path w="9051925" h="6343650">
                <a:moveTo>
                  <a:pt x="2278887" y="5518022"/>
                </a:moveTo>
                <a:lnTo>
                  <a:pt x="2012442" y="5589346"/>
                </a:lnTo>
                <a:lnTo>
                  <a:pt x="2189452" y="5589346"/>
                </a:lnTo>
                <a:lnTo>
                  <a:pt x="2288285" y="5562854"/>
                </a:lnTo>
                <a:lnTo>
                  <a:pt x="2283539" y="5540438"/>
                </a:lnTo>
                <a:lnTo>
                  <a:pt x="2281195" y="5529242"/>
                </a:lnTo>
                <a:lnTo>
                  <a:pt x="2278887" y="5518022"/>
                </a:lnTo>
                <a:close/>
              </a:path>
              <a:path w="9051925" h="6343650">
                <a:moveTo>
                  <a:pt x="71627" y="5416042"/>
                </a:moveTo>
                <a:lnTo>
                  <a:pt x="37083" y="5425312"/>
                </a:lnTo>
                <a:lnTo>
                  <a:pt x="39576" y="5448363"/>
                </a:lnTo>
                <a:lnTo>
                  <a:pt x="40852" y="5459888"/>
                </a:lnTo>
                <a:lnTo>
                  <a:pt x="42163" y="5471413"/>
                </a:lnTo>
                <a:lnTo>
                  <a:pt x="71627" y="5463412"/>
                </a:lnTo>
                <a:lnTo>
                  <a:pt x="248462" y="5463412"/>
                </a:lnTo>
                <a:lnTo>
                  <a:pt x="71627" y="5416042"/>
                </a:lnTo>
                <a:close/>
              </a:path>
              <a:path w="9051925" h="6343650">
                <a:moveTo>
                  <a:pt x="2509901" y="6257112"/>
                </a:moveTo>
                <a:lnTo>
                  <a:pt x="2187829" y="6343383"/>
                </a:lnTo>
                <a:lnTo>
                  <a:pt x="2286508" y="6343383"/>
                </a:lnTo>
                <a:lnTo>
                  <a:pt x="2520187" y="6280797"/>
                </a:lnTo>
                <a:lnTo>
                  <a:pt x="2512419" y="6263041"/>
                </a:lnTo>
                <a:lnTo>
                  <a:pt x="2509901" y="6257112"/>
                </a:lnTo>
                <a:close/>
              </a:path>
            </a:pathLst>
          </a:custGeom>
          <a:solidFill>
            <a:srgbClr val="0028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5937" y="512826"/>
            <a:ext cx="1274445" cy="508634"/>
          </a:xfrm>
          <a:custGeom>
            <a:avLst/>
            <a:gdLst/>
            <a:ahLst/>
            <a:cxnLst/>
            <a:rect l="l" t="t" r="r" b="b"/>
            <a:pathLst>
              <a:path w="1274445" h="508634">
                <a:moveTo>
                  <a:pt x="83007" y="166243"/>
                </a:moveTo>
                <a:lnTo>
                  <a:pt x="1511" y="166243"/>
                </a:lnTo>
                <a:lnTo>
                  <a:pt x="0" y="167766"/>
                </a:lnTo>
                <a:lnTo>
                  <a:pt x="0" y="502538"/>
                </a:lnTo>
                <a:lnTo>
                  <a:pt x="1511" y="504063"/>
                </a:lnTo>
                <a:lnTo>
                  <a:pt x="66052" y="504063"/>
                </a:lnTo>
                <a:lnTo>
                  <a:pt x="67564" y="502538"/>
                </a:lnTo>
                <a:lnTo>
                  <a:pt x="67564" y="272034"/>
                </a:lnTo>
                <a:lnTo>
                  <a:pt x="138609" y="272034"/>
                </a:lnTo>
                <a:lnTo>
                  <a:pt x="85623" y="169037"/>
                </a:lnTo>
                <a:lnTo>
                  <a:pt x="84747" y="167386"/>
                </a:lnTo>
                <a:lnTo>
                  <a:pt x="83007" y="166243"/>
                </a:lnTo>
                <a:close/>
              </a:path>
              <a:path w="1274445" h="508634">
                <a:moveTo>
                  <a:pt x="355257" y="272034"/>
                </a:moveTo>
                <a:lnTo>
                  <a:pt x="287693" y="272034"/>
                </a:lnTo>
                <a:lnTo>
                  <a:pt x="287693" y="502538"/>
                </a:lnTo>
                <a:lnTo>
                  <a:pt x="289204" y="504063"/>
                </a:lnTo>
                <a:lnTo>
                  <a:pt x="353745" y="504063"/>
                </a:lnTo>
                <a:lnTo>
                  <a:pt x="355257" y="502538"/>
                </a:lnTo>
                <a:lnTo>
                  <a:pt x="355257" y="272034"/>
                </a:lnTo>
                <a:close/>
              </a:path>
              <a:path w="1274445" h="508634">
                <a:moveTo>
                  <a:pt x="138609" y="272034"/>
                </a:moveTo>
                <a:lnTo>
                  <a:pt x="67564" y="272034"/>
                </a:lnTo>
                <a:lnTo>
                  <a:pt x="158292" y="447801"/>
                </a:lnTo>
                <a:lnTo>
                  <a:pt x="196481" y="447801"/>
                </a:lnTo>
                <a:lnTo>
                  <a:pt x="248084" y="348361"/>
                </a:lnTo>
                <a:lnTo>
                  <a:pt x="177876" y="348361"/>
                </a:lnTo>
                <a:lnTo>
                  <a:pt x="138609" y="272034"/>
                </a:lnTo>
                <a:close/>
              </a:path>
              <a:path w="1274445" h="508634">
                <a:moveTo>
                  <a:pt x="353745" y="166243"/>
                </a:moveTo>
                <a:lnTo>
                  <a:pt x="273215" y="166243"/>
                </a:lnTo>
                <a:lnTo>
                  <a:pt x="271487" y="167386"/>
                </a:lnTo>
                <a:lnTo>
                  <a:pt x="270611" y="169037"/>
                </a:lnTo>
                <a:lnTo>
                  <a:pt x="177876" y="348361"/>
                </a:lnTo>
                <a:lnTo>
                  <a:pt x="248084" y="348361"/>
                </a:lnTo>
                <a:lnTo>
                  <a:pt x="287693" y="272034"/>
                </a:lnTo>
                <a:lnTo>
                  <a:pt x="355257" y="272034"/>
                </a:lnTo>
                <a:lnTo>
                  <a:pt x="355257" y="167766"/>
                </a:lnTo>
                <a:lnTo>
                  <a:pt x="353745" y="166243"/>
                </a:lnTo>
                <a:close/>
              </a:path>
              <a:path w="1274445" h="508634">
                <a:moveTo>
                  <a:pt x="1272857" y="166243"/>
                </a:moveTo>
                <a:lnTo>
                  <a:pt x="1123251" y="166243"/>
                </a:lnTo>
                <a:lnTo>
                  <a:pt x="1090745" y="172797"/>
                </a:lnTo>
                <a:lnTo>
                  <a:pt x="1064180" y="190674"/>
                </a:lnTo>
                <a:lnTo>
                  <a:pt x="1046259" y="217195"/>
                </a:lnTo>
                <a:lnTo>
                  <a:pt x="1039685" y="249682"/>
                </a:lnTo>
                <a:lnTo>
                  <a:pt x="1039685" y="420624"/>
                </a:lnTo>
                <a:lnTo>
                  <a:pt x="1046259" y="453110"/>
                </a:lnTo>
                <a:lnTo>
                  <a:pt x="1064180" y="479631"/>
                </a:lnTo>
                <a:lnTo>
                  <a:pt x="1090745" y="497508"/>
                </a:lnTo>
                <a:lnTo>
                  <a:pt x="1123251" y="504063"/>
                </a:lnTo>
                <a:lnTo>
                  <a:pt x="1272857" y="504063"/>
                </a:lnTo>
                <a:lnTo>
                  <a:pt x="1274381" y="502538"/>
                </a:lnTo>
                <a:lnTo>
                  <a:pt x="1274381" y="441960"/>
                </a:lnTo>
                <a:lnTo>
                  <a:pt x="1272857" y="440436"/>
                </a:lnTo>
                <a:lnTo>
                  <a:pt x="1114361" y="440436"/>
                </a:lnTo>
                <a:lnTo>
                  <a:pt x="1107249" y="433324"/>
                </a:lnTo>
                <a:lnTo>
                  <a:pt x="1107249" y="366013"/>
                </a:lnTo>
                <a:lnTo>
                  <a:pt x="1256855" y="366013"/>
                </a:lnTo>
                <a:lnTo>
                  <a:pt x="1258379" y="364489"/>
                </a:lnTo>
                <a:lnTo>
                  <a:pt x="1258379" y="303911"/>
                </a:lnTo>
                <a:lnTo>
                  <a:pt x="1256855" y="302387"/>
                </a:lnTo>
                <a:lnTo>
                  <a:pt x="1107249" y="302387"/>
                </a:lnTo>
                <a:lnTo>
                  <a:pt x="1107249" y="236982"/>
                </a:lnTo>
                <a:lnTo>
                  <a:pt x="1114361" y="229870"/>
                </a:lnTo>
                <a:lnTo>
                  <a:pt x="1272857" y="229870"/>
                </a:lnTo>
                <a:lnTo>
                  <a:pt x="1274381" y="228346"/>
                </a:lnTo>
                <a:lnTo>
                  <a:pt x="1274381" y="167766"/>
                </a:lnTo>
                <a:lnTo>
                  <a:pt x="1272857" y="166243"/>
                </a:lnTo>
                <a:close/>
              </a:path>
              <a:path w="1274445" h="508634">
                <a:moveTo>
                  <a:pt x="60083" y="27304"/>
                </a:moveTo>
                <a:lnTo>
                  <a:pt x="33248" y="27304"/>
                </a:lnTo>
                <a:lnTo>
                  <a:pt x="33248" y="120903"/>
                </a:lnTo>
                <a:lnTo>
                  <a:pt x="33807" y="121538"/>
                </a:lnTo>
                <a:lnTo>
                  <a:pt x="59512" y="121538"/>
                </a:lnTo>
                <a:lnTo>
                  <a:pt x="60083" y="120903"/>
                </a:lnTo>
                <a:lnTo>
                  <a:pt x="60083" y="27304"/>
                </a:lnTo>
                <a:close/>
              </a:path>
              <a:path w="1274445" h="508634">
                <a:moveTo>
                  <a:pt x="92748" y="2032"/>
                </a:moveTo>
                <a:lnTo>
                  <a:pt x="571" y="2032"/>
                </a:lnTo>
                <a:lnTo>
                  <a:pt x="0" y="2539"/>
                </a:lnTo>
                <a:lnTo>
                  <a:pt x="0" y="26670"/>
                </a:lnTo>
                <a:lnTo>
                  <a:pt x="571" y="27304"/>
                </a:lnTo>
                <a:lnTo>
                  <a:pt x="92748" y="27304"/>
                </a:lnTo>
                <a:lnTo>
                  <a:pt x="93319" y="26670"/>
                </a:lnTo>
                <a:lnTo>
                  <a:pt x="93319" y="2539"/>
                </a:lnTo>
                <a:lnTo>
                  <a:pt x="92748" y="2032"/>
                </a:lnTo>
                <a:close/>
              </a:path>
              <a:path w="1274445" h="508634">
                <a:moveTo>
                  <a:pt x="131876" y="2032"/>
                </a:moveTo>
                <a:lnTo>
                  <a:pt x="106172" y="2032"/>
                </a:lnTo>
                <a:lnTo>
                  <a:pt x="105600" y="2539"/>
                </a:lnTo>
                <a:lnTo>
                  <a:pt x="105600" y="120903"/>
                </a:lnTo>
                <a:lnTo>
                  <a:pt x="106172" y="121538"/>
                </a:lnTo>
                <a:lnTo>
                  <a:pt x="131876" y="121538"/>
                </a:lnTo>
                <a:lnTo>
                  <a:pt x="132435" y="120903"/>
                </a:lnTo>
                <a:lnTo>
                  <a:pt x="132435" y="74040"/>
                </a:lnTo>
                <a:lnTo>
                  <a:pt x="207238" y="74040"/>
                </a:lnTo>
                <a:lnTo>
                  <a:pt x="207238" y="48768"/>
                </a:lnTo>
                <a:lnTo>
                  <a:pt x="132435" y="48768"/>
                </a:lnTo>
                <a:lnTo>
                  <a:pt x="132435" y="2539"/>
                </a:lnTo>
                <a:lnTo>
                  <a:pt x="131876" y="2032"/>
                </a:lnTo>
                <a:close/>
              </a:path>
              <a:path w="1274445" h="508634">
                <a:moveTo>
                  <a:pt x="207238" y="74040"/>
                </a:moveTo>
                <a:lnTo>
                  <a:pt x="180403" y="74040"/>
                </a:lnTo>
                <a:lnTo>
                  <a:pt x="180403" y="120903"/>
                </a:lnTo>
                <a:lnTo>
                  <a:pt x="180962" y="121538"/>
                </a:lnTo>
                <a:lnTo>
                  <a:pt x="206667" y="121538"/>
                </a:lnTo>
                <a:lnTo>
                  <a:pt x="207238" y="120903"/>
                </a:lnTo>
                <a:lnTo>
                  <a:pt x="207238" y="74040"/>
                </a:lnTo>
                <a:close/>
              </a:path>
              <a:path w="1274445" h="508634">
                <a:moveTo>
                  <a:pt x="206667" y="2032"/>
                </a:moveTo>
                <a:lnTo>
                  <a:pt x="180962" y="2032"/>
                </a:lnTo>
                <a:lnTo>
                  <a:pt x="180403" y="2539"/>
                </a:lnTo>
                <a:lnTo>
                  <a:pt x="180403" y="48768"/>
                </a:lnTo>
                <a:lnTo>
                  <a:pt x="207238" y="48768"/>
                </a:lnTo>
                <a:lnTo>
                  <a:pt x="207238" y="2539"/>
                </a:lnTo>
                <a:lnTo>
                  <a:pt x="206667" y="2032"/>
                </a:lnTo>
                <a:close/>
              </a:path>
              <a:path w="1274445" h="508634">
                <a:moveTo>
                  <a:pt x="283921" y="0"/>
                </a:moveTo>
                <a:lnTo>
                  <a:pt x="258852" y="4697"/>
                </a:lnTo>
                <a:lnTo>
                  <a:pt x="238817" y="17668"/>
                </a:lnTo>
                <a:lnTo>
                  <a:pt x="225535" y="37236"/>
                </a:lnTo>
                <a:lnTo>
                  <a:pt x="220726" y="61722"/>
                </a:lnTo>
                <a:lnTo>
                  <a:pt x="225535" y="86227"/>
                </a:lnTo>
                <a:lnTo>
                  <a:pt x="238817" y="105838"/>
                </a:lnTo>
                <a:lnTo>
                  <a:pt x="258852" y="118854"/>
                </a:lnTo>
                <a:lnTo>
                  <a:pt x="283921" y="123571"/>
                </a:lnTo>
                <a:lnTo>
                  <a:pt x="308915" y="118854"/>
                </a:lnTo>
                <a:lnTo>
                  <a:pt x="328958" y="105838"/>
                </a:lnTo>
                <a:lnTo>
                  <a:pt x="334426" y="97789"/>
                </a:lnTo>
                <a:lnTo>
                  <a:pt x="283921" y="97789"/>
                </a:lnTo>
                <a:lnTo>
                  <a:pt x="269803" y="95047"/>
                </a:lnTo>
                <a:lnTo>
                  <a:pt x="258494" y="87471"/>
                </a:lnTo>
                <a:lnTo>
                  <a:pt x="250983" y="76037"/>
                </a:lnTo>
                <a:lnTo>
                  <a:pt x="248259" y="61722"/>
                </a:lnTo>
                <a:lnTo>
                  <a:pt x="250983" y="47426"/>
                </a:lnTo>
                <a:lnTo>
                  <a:pt x="258494" y="36036"/>
                </a:lnTo>
                <a:lnTo>
                  <a:pt x="269803" y="28503"/>
                </a:lnTo>
                <a:lnTo>
                  <a:pt x="283921" y="25781"/>
                </a:lnTo>
                <a:lnTo>
                  <a:pt x="334481" y="25781"/>
                </a:lnTo>
                <a:lnTo>
                  <a:pt x="328958" y="17668"/>
                </a:lnTo>
                <a:lnTo>
                  <a:pt x="308915" y="4697"/>
                </a:lnTo>
                <a:lnTo>
                  <a:pt x="283921" y="0"/>
                </a:lnTo>
                <a:close/>
              </a:path>
              <a:path w="1274445" h="508634">
                <a:moveTo>
                  <a:pt x="334481" y="25781"/>
                </a:moveTo>
                <a:lnTo>
                  <a:pt x="283921" y="25781"/>
                </a:lnTo>
                <a:lnTo>
                  <a:pt x="298039" y="28503"/>
                </a:lnTo>
                <a:lnTo>
                  <a:pt x="309348" y="36036"/>
                </a:lnTo>
                <a:lnTo>
                  <a:pt x="316859" y="47426"/>
                </a:lnTo>
                <a:lnTo>
                  <a:pt x="319582" y="61722"/>
                </a:lnTo>
                <a:lnTo>
                  <a:pt x="316859" y="76037"/>
                </a:lnTo>
                <a:lnTo>
                  <a:pt x="309348" y="87471"/>
                </a:lnTo>
                <a:lnTo>
                  <a:pt x="298039" y="95047"/>
                </a:lnTo>
                <a:lnTo>
                  <a:pt x="283921" y="97789"/>
                </a:lnTo>
                <a:lnTo>
                  <a:pt x="334426" y="97789"/>
                </a:lnTo>
                <a:lnTo>
                  <a:pt x="342282" y="86227"/>
                </a:lnTo>
                <a:lnTo>
                  <a:pt x="347116" y="61722"/>
                </a:lnTo>
                <a:lnTo>
                  <a:pt x="342282" y="37236"/>
                </a:lnTo>
                <a:lnTo>
                  <a:pt x="334481" y="25781"/>
                </a:lnTo>
                <a:close/>
              </a:path>
              <a:path w="1274445" h="508634">
                <a:moveTo>
                  <a:pt x="393090" y="2032"/>
                </a:moveTo>
                <a:lnTo>
                  <a:pt x="361010" y="2032"/>
                </a:lnTo>
                <a:lnTo>
                  <a:pt x="360438" y="2539"/>
                </a:lnTo>
                <a:lnTo>
                  <a:pt x="360438" y="120903"/>
                </a:lnTo>
                <a:lnTo>
                  <a:pt x="361010" y="121538"/>
                </a:lnTo>
                <a:lnTo>
                  <a:pt x="386702" y="121538"/>
                </a:lnTo>
                <a:lnTo>
                  <a:pt x="387273" y="120903"/>
                </a:lnTo>
                <a:lnTo>
                  <a:pt x="387273" y="44831"/>
                </a:lnTo>
                <a:lnTo>
                  <a:pt x="416522" y="44831"/>
                </a:lnTo>
                <a:lnTo>
                  <a:pt x="394398" y="3301"/>
                </a:lnTo>
                <a:lnTo>
                  <a:pt x="393953" y="2539"/>
                </a:lnTo>
                <a:lnTo>
                  <a:pt x="393090" y="2032"/>
                </a:lnTo>
                <a:close/>
              </a:path>
              <a:path w="1274445" h="508634">
                <a:moveTo>
                  <a:pt x="489597" y="44831"/>
                </a:moveTo>
                <a:lnTo>
                  <a:pt x="462762" y="44831"/>
                </a:lnTo>
                <a:lnTo>
                  <a:pt x="462762" y="120903"/>
                </a:lnTo>
                <a:lnTo>
                  <a:pt x="463321" y="121538"/>
                </a:lnTo>
                <a:lnTo>
                  <a:pt x="489026" y="121538"/>
                </a:lnTo>
                <a:lnTo>
                  <a:pt x="489597" y="120903"/>
                </a:lnTo>
                <a:lnTo>
                  <a:pt x="489597" y="44831"/>
                </a:lnTo>
                <a:close/>
              </a:path>
              <a:path w="1274445" h="508634">
                <a:moveTo>
                  <a:pt x="416522" y="44831"/>
                </a:moveTo>
                <a:lnTo>
                  <a:pt x="387273" y="44831"/>
                </a:lnTo>
                <a:lnTo>
                  <a:pt x="417398" y="101346"/>
                </a:lnTo>
                <a:lnTo>
                  <a:pt x="432638" y="101346"/>
                </a:lnTo>
                <a:lnTo>
                  <a:pt x="454097" y="61087"/>
                </a:lnTo>
                <a:lnTo>
                  <a:pt x="425183" y="61087"/>
                </a:lnTo>
                <a:lnTo>
                  <a:pt x="416522" y="44831"/>
                </a:lnTo>
                <a:close/>
              </a:path>
              <a:path w="1274445" h="508634">
                <a:moveTo>
                  <a:pt x="489026" y="2032"/>
                </a:moveTo>
                <a:lnTo>
                  <a:pt x="457453" y="2032"/>
                </a:lnTo>
                <a:lnTo>
                  <a:pt x="456590" y="2539"/>
                </a:lnTo>
                <a:lnTo>
                  <a:pt x="456158" y="3301"/>
                </a:lnTo>
                <a:lnTo>
                  <a:pt x="425183" y="61087"/>
                </a:lnTo>
                <a:lnTo>
                  <a:pt x="454097" y="61087"/>
                </a:lnTo>
                <a:lnTo>
                  <a:pt x="462762" y="44831"/>
                </a:lnTo>
                <a:lnTo>
                  <a:pt x="489597" y="44831"/>
                </a:lnTo>
                <a:lnTo>
                  <a:pt x="489597" y="2539"/>
                </a:lnTo>
                <a:lnTo>
                  <a:pt x="489026" y="2032"/>
                </a:lnTo>
                <a:close/>
              </a:path>
              <a:path w="1274445" h="508634">
                <a:moveTo>
                  <a:pt x="633326" y="84962"/>
                </a:moveTo>
                <a:lnTo>
                  <a:pt x="632333" y="84962"/>
                </a:lnTo>
                <a:lnTo>
                  <a:pt x="619493" y="103886"/>
                </a:lnTo>
                <a:lnTo>
                  <a:pt x="619125" y="104394"/>
                </a:lnTo>
                <a:lnTo>
                  <a:pt x="655904" y="122291"/>
                </a:lnTo>
                <a:lnTo>
                  <a:pt x="669582" y="123571"/>
                </a:lnTo>
                <a:lnTo>
                  <a:pt x="688213" y="120904"/>
                </a:lnTo>
                <a:lnTo>
                  <a:pt x="703213" y="113379"/>
                </a:lnTo>
                <a:lnTo>
                  <a:pt x="713214" y="101711"/>
                </a:lnTo>
                <a:lnTo>
                  <a:pt x="713700" y="99695"/>
                </a:lnTo>
                <a:lnTo>
                  <a:pt x="669404" y="99695"/>
                </a:lnTo>
                <a:lnTo>
                  <a:pt x="660055" y="98649"/>
                </a:lnTo>
                <a:lnTo>
                  <a:pt x="650636" y="95710"/>
                </a:lnTo>
                <a:lnTo>
                  <a:pt x="641690" y="91176"/>
                </a:lnTo>
                <a:lnTo>
                  <a:pt x="633755" y="85344"/>
                </a:lnTo>
                <a:lnTo>
                  <a:pt x="633326" y="84962"/>
                </a:lnTo>
                <a:close/>
              </a:path>
              <a:path w="1274445" h="508634">
                <a:moveTo>
                  <a:pt x="574763" y="2032"/>
                </a:moveTo>
                <a:lnTo>
                  <a:pt x="544474" y="2032"/>
                </a:lnTo>
                <a:lnTo>
                  <a:pt x="543534" y="2666"/>
                </a:lnTo>
                <a:lnTo>
                  <a:pt x="499579" y="119761"/>
                </a:lnTo>
                <a:lnTo>
                  <a:pt x="499217" y="120776"/>
                </a:lnTo>
                <a:lnTo>
                  <a:pt x="499349" y="120776"/>
                </a:lnTo>
                <a:lnTo>
                  <a:pt x="499872" y="121538"/>
                </a:lnTo>
                <a:lnTo>
                  <a:pt x="526961" y="121538"/>
                </a:lnTo>
                <a:lnTo>
                  <a:pt x="527913" y="120776"/>
                </a:lnTo>
                <a:lnTo>
                  <a:pt x="535114" y="100584"/>
                </a:lnTo>
                <a:lnTo>
                  <a:pt x="612595" y="100584"/>
                </a:lnTo>
                <a:lnTo>
                  <a:pt x="603352" y="76061"/>
                </a:lnTo>
                <a:lnTo>
                  <a:pt x="603261" y="75819"/>
                </a:lnTo>
                <a:lnTo>
                  <a:pt x="543775" y="75819"/>
                </a:lnTo>
                <a:lnTo>
                  <a:pt x="559358" y="31623"/>
                </a:lnTo>
                <a:lnTo>
                  <a:pt x="586602" y="31623"/>
                </a:lnTo>
                <a:lnTo>
                  <a:pt x="576167" y="3937"/>
                </a:lnTo>
                <a:lnTo>
                  <a:pt x="575703" y="2666"/>
                </a:lnTo>
                <a:lnTo>
                  <a:pt x="574763" y="2032"/>
                </a:lnTo>
                <a:close/>
              </a:path>
              <a:path w="1274445" h="508634">
                <a:moveTo>
                  <a:pt x="612595" y="100584"/>
                </a:moveTo>
                <a:lnTo>
                  <a:pt x="583590" y="100584"/>
                </a:lnTo>
                <a:lnTo>
                  <a:pt x="590804" y="120776"/>
                </a:lnTo>
                <a:lnTo>
                  <a:pt x="591756" y="121538"/>
                </a:lnTo>
                <a:lnTo>
                  <a:pt x="619531" y="121538"/>
                </a:lnTo>
                <a:lnTo>
                  <a:pt x="619966" y="120904"/>
                </a:lnTo>
                <a:lnTo>
                  <a:pt x="620053" y="120776"/>
                </a:lnTo>
                <a:lnTo>
                  <a:pt x="620186" y="120776"/>
                </a:lnTo>
                <a:lnTo>
                  <a:pt x="619823" y="119761"/>
                </a:lnTo>
                <a:lnTo>
                  <a:pt x="612595" y="100584"/>
                </a:lnTo>
                <a:close/>
              </a:path>
              <a:path w="1274445" h="508634">
                <a:moveTo>
                  <a:pt x="669582" y="0"/>
                </a:moveTo>
                <a:lnTo>
                  <a:pt x="650776" y="2538"/>
                </a:lnTo>
                <a:lnTo>
                  <a:pt x="636236" y="9731"/>
                </a:lnTo>
                <a:lnTo>
                  <a:pt x="626857" y="20949"/>
                </a:lnTo>
                <a:lnTo>
                  <a:pt x="623531" y="35560"/>
                </a:lnTo>
                <a:lnTo>
                  <a:pt x="626691" y="49657"/>
                </a:lnTo>
                <a:lnTo>
                  <a:pt x="635433" y="60420"/>
                </a:lnTo>
                <a:lnTo>
                  <a:pt x="648654" y="68278"/>
                </a:lnTo>
                <a:lnTo>
                  <a:pt x="665251" y="73660"/>
                </a:lnTo>
                <a:lnTo>
                  <a:pt x="674342" y="76061"/>
                </a:lnTo>
                <a:lnTo>
                  <a:pt x="682023" y="78866"/>
                </a:lnTo>
                <a:lnTo>
                  <a:pt x="687334" y="82625"/>
                </a:lnTo>
                <a:lnTo>
                  <a:pt x="689317" y="87884"/>
                </a:lnTo>
                <a:lnTo>
                  <a:pt x="689317" y="94996"/>
                </a:lnTo>
                <a:lnTo>
                  <a:pt x="680148" y="99695"/>
                </a:lnTo>
                <a:lnTo>
                  <a:pt x="713700" y="99695"/>
                </a:lnTo>
                <a:lnTo>
                  <a:pt x="698823" y="57864"/>
                </a:lnTo>
                <a:lnTo>
                  <a:pt x="664859" y="46241"/>
                </a:lnTo>
                <a:lnTo>
                  <a:pt x="657871" y="43449"/>
                </a:lnTo>
                <a:lnTo>
                  <a:pt x="652927" y="39633"/>
                </a:lnTo>
                <a:lnTo>
                  <a:pt x="651052" y="34544"/>
                </a:lnTo>
                <a:lnTo>
                  <a:pt x="651052" y="28321"/>
                </a:lnTo>
                <a:lnTo>
                  <a:pt x="658672" y="23875"/>
                </a:lnTo>
                <a:lnTo>
                  <a:pt x="706175" y="23875"/>
                </a:lnTo>
                <a:lnTo>
                  <a:pt x="711593" y="14986"/>
                </a:lnTo>
                <a:lnTo>
                  <a:pt x="682331" y="1039"/>
                </a:lnTo>
                <a:lnTo>
                  <a:pt x="669582" y="0"/>
                </a:lnTo>
                <a:close/>
              </a:path>
              <a:path w="1274445" h="508634">
                <a:moveTo>
                  <a:pt x="586602" y="31623"/>
                </a:moveTo>
                <a:lnTo>
                  <a:pt x="559358" y="31623"/>
                </a:lnTo>
                <a:lnTo>
                  <a:pt x="574941" y="75819"/>
                </a:lnTo>
                <a:lnTo>
                  <a:pt x="603261" y="75819"/>
                </a:lnTo>
                <a:lnTo>
                  <a:pt x="586602" y="31623"/>
                </a:lnTo>
                <a:close/>
              </a:path>
              <a:path w="1274445" h="508634">
                <a:moveTo>
                  <a:pt x="706175" y="23875"/>
                </a:moveTo>
                <a:lnTo>
                  <a:pt x="669404" y="23875"/>
                </a:lnTo>
                <a:lnTo>
                  <a:pt x="677429" y="24624"/>
                </a:lnTo>
                <a:lnTo>
                  <a:pt x="685198" y="26717"/>
                </a:lnTo>
                <a:lnTo>
                  <a:pt x="692283" y="29930"/>
                </a:lnTo>
                <a:lnTo>
                  <a:pt x="698258" y="34036"/>
                </a:lnTo>
                <a:lnTo>
                  <a:pt x="698855" y="34544"/>
                </a:lnTo>
                <a:lnTo>
                  <a:pt x="699731" y="34416"/>
                </a:lnTo>
                <a:lnTo>
                  <a:pt x="700138" y="33782"/>
                </a:lnTo>
                <a:lnTo>
                  <a:pt x="706175" y="23875"/>
                </a:lnTo>
                <a:close/>
              </a:path>
              <a:path w="1274445" h="508634">
                <a:moveTo>
                  <a:pt x="901001" y="166243"/>
                </a:moveTo>
                <a:lnTo>
                  <a:pt x="752144" y="166243"/>
                </a:lnTo>
                <a:lnTo>
                  <a:pt x="750633" y="167766"/>
                </a:lnTo>
                <a:lnTo>
                  <a:pt x="750633" y="502538"/>
                </a:lnTo>
                <a:lnTo>
                  <a:pt x="752144" y="504063"/>
                </a:lnTo>
                <a:lnTo>
                  <a:pt x="816673" y="504063"/>
                </a:lnTo>
                <a:lnTo>
                  <a:pt x="818197" y="502538"/>
                </a:lnTo>
                <a:lnTo>
                  <a:pt x="818197" y="393953"/>
                </a:lnTo>
                <a:lnTo>
                  <a:pt x="957718" y="393953"/>
                </a:lnTo>
                <a:lnTo>
                  <a:pt x="951166" y="383413"/>
                </a:lnTo>
                <a:lnTo>
                  <a:pt x="978237" y="365896"/>
                </a:lnTo>
                <a:lnTo>
                  <a:pt x="999236" y="341582"/>
                </a:lnTo>
                <a:lnTo>
                  <a:pt x="1004355" y="330326"/>
                </a:lnTo>
                <a:lnTo>
                  <a:pt x="818197" y="330326"/>
                </a:lnTo>
                <a:lnTo>
                  <a:pt x="818197" y="229870"/>
                </a:lnTo>
                <a:lnTo>
                  <a:pt x="1004238" y="229870"/>
                </a:lnTo>
                <a:lnTo>
                  <a:pt x="982344" y="198897"/>
                </a:lnTo>
                <a:lnTo>
                  <a:pt x="945518" y="174980"/>
                </a:lnTo>
                <a:lnTo>
                  <a:pt x="901001" y="166243"/>
                </a:lnTo>
                <a:close/>
              </a:path>
              <a:path w="1274445" h="508634">
                <a:moveTo>
                  <a:pt x="957718" y="393953"/>
                </a:moveTo>
                <a:lnTo>
                  <a:pt x="818197" y="393953"/>
                </a:lnTo>
                <a:lnTo>
                  <a:pt x="884237" y="394208"/>
                </a:lnTo>
                <a:lnTo>
                  <a:pt x="951039" y="501650"/>
                </a:lnTo>
                <a:lnTo>
                  <a:pt x="951928" y="503174"/>
                </a:lnTo>
                <a:lnTo>
                  <a:pt x="953579" y="504063"/>
                </a:lnTo>
                <a:lnTo>
                  <a:pt x="1022667" y="504063"/>
                </a:lnTo>
                <a:lnTo>
                  <a:pt x="1024318" y="501141"/>
                </a:lnTo>
                <a:lnTo>
                  <a:pt x="1022921" y="498856"/>
                </a:lnTo>
                <a:lnTo>
                  <a:pt x="957718" y="393953"/>
                </a:lnTo>
                <a:close/>
              </a:path>
              <a:path w="1274445" h="508634">
                <a:moveTo>
                  <a:pt x="1004238" y="229870"/>
                </a:moveTo>
                <a:lnTo>
                  <a:pt x="903414" y="229870"/>
                </a:lnTo>
                <a:lnTo>
                  <a:pt x="922932" y="233816"/>
                </a:lnTo>
                <a:lnTo>
                  <a:pt x="938879" y="244586"/>
                </a:lnTo>
                <a:lnTo>
                  <a:pt x="949634" y="260570"/>
                </a:lnTo>
                <a:lnTo>
                  <a:pt x="953579" y="280162"/>
                </a:lnTo>
                <a:lnTo>
                  <a:pt x="949634" y="299680"/>
                </a:lnTo>
                <a:lnTo>
                  <a:pt x="938879" y="315626"/>
                </a:lnTo>
                <a:lnTo>
                  <a:pt x="922932" y="326382"/>
                </a:lnTo>
                <a:lnTo>
                  <a:pt x="903414" y="330326"/>
                </a:lnTo>
                <a:lnTo>
                  <a:pt x="1004355" y="330326"/>
                </a:lnTo>
                <a:lnTo>
                  <a:pt x="1012709" y="311957"/>
                </a:lnTo>
                <a:lnTo>
                  <a:pt x="1017206" y="278511"/>
                </a:lnTo>
                <a:lnTo>
                  <a:pt x="1007550" y="234555"/>
                </a:lnTo>
                <a:lnTo>
                  <a:pt x="1004238" y="229870"/>
                </a:lnTo>
                <a:close/>
              </a:path>
              <a:path w="1274445" h="508634">
                <a:moveTo>
                  <a:pt x="552945" y="161798"/>
                </a:moveTo>
                <a:lnTo>
                  <a:pt x="506858" y="167989"/>
                </a:lnTo>
                <a:lnTo>
                  <a:pt x="465444" y="185462"/>
                </a:lnTo>
                <a:lnTo>
                  <a:pt x="430356" y="212566"/>
                </a:lnTo>
                <a:lnTo>
                  <a:pt x="403248" y="247650"/>
                </a:lnTo>
                <a:lnTo>
                  <a:pt x="385770" y="289062"/>
                </a:lnTo>
                <a:lnTo>
                  <a:pt x="379577" y="335152"/>
                </a:lnTo>
                <a:lnTo>
                  <a:pt x="379586" y="343408"/>
                </a:lnTo>
                <a:lnTo>
                  <a:pt x="380166" y="351409"/>
                </a:lnTo>
                <a:lnTo>
                  <a:pt x="381228" y="359028"/>
                </a:lnTo>
                <a:lnTo>
                  <a:pt x="445985" y="359028"/>
                </a:lnTo>
                <a:lnTo>
                  <a:pt x="444271" y="351409"/>
                </a:lnTo>
                <a:lnTo>
                  <a:pt x="443344" y="343408"/>
                </a:lnTo>
                <a:lnTo>
                  <a:pt x="443344" y="335152"/>
                </a:lnTo>
                <a:lnTo>
                  <a:pt x="451957" y="292524"/>
                </a:lnTo>
                <a:lnTo>
                  <a:pt x="475446" y="257682"/>
                </a:lnTo>
                <a:lnTo>
                  <a:pt x="510284" y="234176"/>
                </a:lnTo>
                <a:lnTo>
                  <a:pt x="552945" y="225551"/>
                </a:lnTo>
                <a:lnTo>
                  <a:pt x="685560" y="225551"/>
                </a:lnTo>
                <a:lnTo>
                  <a:pt x="675527" y="212566"/>
                </a:lnTo>
                <a:lnTo>
                  <a:pt x="640442" y="185462"/>
                </a:lnTo>
                <a:lnTo>
                  <a:pt x="599031" y="167989"/>
                </a:lnTo>
                <a:lnTo>
                  <a:pt x="552945" y="161798"/>
                </a:lnTo>
                <a:close/>
              </a:path>
              <a:path w="1274445" h="508634">
                <a:moveTo>
                  <a:pt x="685560" y="225551"/>
                </a:moveTo>
                <a:lnTo>
                  <a:pt x="552945" y="225551"/>
                </a:lnTo>
                <a:lnTo>
                  <a:pt x="595605" y="234176"/>
                </a:lnTo>
                <a:lnTo>
                  <a:pt x="630443" y="257682"/>
                </a:lnTo>
                <a:lnTo>
                  <a:pt x="653932" y="292524"/>
                </a:lnTo>
                <a:lnTo>
                  <a:pt x="662546" y="335152"/>
                </a:lnTo>
                <a:lnTo>
                  <a:pt x="662546" y="343408"/>
                </a:lnTo>
                <a:lnTo>
                  <a:pt x="661606" y="351409"/>
                </a:lnTo>
                <a:lnTo>
                  <a:pt x="659904" y="359028"/>
                </a:lnTo>
                <a:lnTo>
                  <a:pt x="724662" y="359028"/>
                </a:lnTo>
                <a:lnTo>
                  <a:pt x="725711" y="351409"/>
                </a:lnTo>
                <a:lnTo>
                  <a:pt x="726291" y="343408"/>
                </a:lnTo>
                <a:lnTo>
                  <a:pt x="726300" y="335152"/>
                </a:lnTo>
                <a:lnTo>
                  <a:pt x="720108" y="289062"/>
                </a:lnTo>
                <a:lnTo>
                  <a:pt x="702633" y="247650"/>
                </a:lnTo>
                <a:lnTo>
                  <a:pt x="685560" y="225551"/>
                </a:lnTo>
                <a:close/>
              </a:path>
              <a:path w="1274445" h="508634">
                <a:moveTo>
                  <a:pt x="710844" y="406781"/>
                </a:moveTo>
                <a:lnTo>
                  <a:pt x="395046" y="406781"/>
                </a:lnTo>
                <a:lnTo>
                  <a:pt x="421350" y="448018"/>
                </a:lnTo>
                <a:lnTo>
                  <a:pt x="457898" y="480171"/>
                </a:lnTo>
                <a:lnTo>
                  <a:pt x="502495" y="501060"/>
                </a:lnTo>
                <a:lnTo>
                  <a:pt x="552945" y="508508"/>
                </a:lnTo>
                <a:lnTo>
                  <a:pt x="603389" y="501060"/>
                </a:lnTo>
                <a:lnTo>
                  <a:pt x="647987" y="480171"/>
                </a:lnTo>
                <a:lnTo>
                  <a:pt x="684538" y="448018"/>
                </a:lnTo>
                <a:lnTo>
                  <a:pt x="710844" y="4067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27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80"/>
              </a:spcBef>
            </a:pPr>
            <a:r>
              <a:rPr sz="5400" b="0" spc="9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5400" b="0" spc="-4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50" dirty="0">
                <a:solidFill>
                  <a:srgbClr val="FFFFFF"/>
                </a:solidFill>
                <a:latin typeface="Verdana"/>
                <a:cs typeface="Verdana"/>
              </a:rPr>
              <a:t>Science</a:t>
            </a:r>
            <a:r>
              <a:rPr sz="5400" b="0" spc="-3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-70" dirty="0">
                <a:solidFill>
                  <a:srgbClr val="FFFFFF"/>
                </a:solidFill>
                <a:latin typeface="Verdana"/>
                <a:cs typeface="Verdana"/>
              </a:rPr>
              <a:t>Fundamentals</a:t>
            </a:r>
            <a:endParaRPr sz="5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800" spc="-105" dirty="0">
                <a:solidFill>
                  <a:srgbClr val="FFFFFF"/>
                </a:solidFill>
              </a:rPr>
              <a:t>Logistic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Regression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4183379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Before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240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80" dirty="0">
                <a:solidFill>
                  <a:srgbClr val="FFFFFF"/>
                </a:solidFill>
                <a:latin typeface="Verdana"/>
                <a:cs typeface="Verdana"/>
              </a:rPr>
              <a:t>get</a:t>
            </a:r>
            <a:r>
              <a:rPr sz="240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05" dirty="0">
                <a:solidFill>
                  <a:srgbClr val="FFFFFF"/>
                </a:solidFill>
                <a:latin typeface="Verdana"/>
                <a:cs typeface="Verdana"/>
              </a:rPr>
              <a:t>started…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85" dirty="0">
                <a:solidFill>
                  <a:srgbClr val="FFFFFF"/>
                </a:solidFill>
                <a:latin typeface="Verdana"/>
                <a:cs typeface="Verdana"/>
              </a:rPr>
              <a:t>Practicalities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Learning</a:t>
            </a:r>
            <a:r>
              <a:rPr spc="-135" dirty="0"/>
              <a:t> </a:t>
            </a:r>
            <a:r>
              <a:rPr spc="-4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22552"/>
            <a:ext cx="10949940" cy="29387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9085" marR="104775" indent="-287020">
              <a:lnSpc>
                <a:spcPts val="2270"/>
              </a:lnSpc>
              <a:spcBef>
                <a:spcPts val="38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solidFill>
                  <a:srgbClr val="00AF50"/>
                </a:solidFill>
                <a:latin typeface="Arial MT"/>
                <a:cs typeface="Arial MT"/>
              </a:rPr>
              <a:t>You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understand</a:t>
            </a:r>
            <a:r>
              <a:rPr sz="2100" spc="-4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and</a:t>
            </a:r>
            <a:r>
              <a:rPr sz="21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apply</a:t>
            </a:r>
            <a:r>
              <a:rPr sz="21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different</a:t>
            </a:r>
            <a:r>
              <a:rPr sz="21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types</a:t>
            </a:r>
            <a:r>
              <a:rPr sz="21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of</a:t>
            </a:r>
            <a:r>
              <a:rPr sz="21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regression,</a:t>
            </a:r>
            <a:r>
              <a:rPr sz="2100" spc="-5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know</a:t>
            </a:r>
            <a:r>
              <a:rPr sz="21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when</a:t>
            </a:r>
            <a:r>
              <a:rPr sz="21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and</a:t>
            </a:r>
            <a:r>
              <a:rPr sz="21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how</a:t>
            </a:r>
            <a:r>
              <a:rPr sz="21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to</a:t>
            </a:r>
            <a:r>
              <a:rPr sz="21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use</a:t>
            </a:r>
            <a:r>
              <a:rPr sz="21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AF50"/>
                </a:solidFill>
                <a:latin typeface="Arial MT"/>
                <a:cs typeface="Arial MT"/>
              </a:rPr>
              <a:t>them,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can</a:t>
            </a:r>
            <a:r>
              <a:rPr sz="21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execute</a:t>
            </a:r>
            <a:r>
              <a:rPr sz="2100" spc="-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them</a:t>
            </a:r>
            <a:r>
              <a:rPr sz="21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and</a:t>
            </a:r>
            <a:r>
              <a:rPr sz="21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put</a:t>
            </a:r>
            <a:r>
              <a:rPr sz="21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them</a:t>
            </a:r>
            <a:r>
              <a:rPr sz="21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in</a:t>
            </a:r>
            <a:r>
              <a:rPr sz="2100" spc="-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to</a:t>
            </a:r>
            <a:r>
              <a:rPr sz="2100" spc="-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practice</a:t>
            </a:r>
            <a:r>
              <a:rPr sz="2100" spc="-4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as</a:t>
            </a:r>
            <a:r>
              <a:rPr sz="2100" spc="-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well</a:t>
            </a:r>
            <a:r>
              <a:rPr sz="2100" spc="-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as</a:t>
            </a:r>
            <a:r>
              <a:rPr sz="21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interpret</a:t>
            </a:r>
            <a:r>
              <a:rPr sz="2100" spc="-1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the</a:t>
            </a:r>
            <a:r>
              <a:rPr sz="21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AF50"/>
                </a:solidFill>
                <a:latin typeface="Arial MT"/>
                <a:cs typeface="Arial MT"/>
              </a:rPr>
              <a:t>results.</a:t>
            </a: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985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solidFill>
                  <a:srgbClr val="00AF50"/>
                </a:solidFill>
                <a:latin typeface="Arial MT"/>
                <a:cs typeface="Arial MT"/>
              </a:rPr>
              <a:t>You</a:t>
            </a:r>
            <a:r>
              <a:rPr sz="2100" spc="-5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recognize</a:t>
            </a:r>
            <a:r>
              <a:rPr sz="2100" spc="-4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overfitting</a:t>
            </a:r>
            <a:r>
              <a:rPr sz="2100" spc="-4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in</a:t>
            </a:r>
            <a:r>
              <a:rPr sz="21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regression</a:t>
            </a:r>
            <a:r>
              <a:rPr sz="21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models</a:t>
            </a:r>
            <a:r>
              <a:rPr sz="21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and</a:t>
            </a:r>
            <a:r>
              <a:rPr sz="2100" spc="-3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learn</a:t>
            </a:r>
            <a:r>
              <a:rPr sz="21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techniques</a:t>
            </a:r>
            <a:r>
              <a:rPr sz="21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to</a:t>
            </a:r>
            <a:r>
              <a:rPr sz="21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F50"/>
                </a:solidFill>
                <a:latin typeface="Arial MT"/>
                <a:cs typeface="Arial MT"/>
              </a:rPr>
              <a:t>prevent</a:t>
            </a:r>
            <a:r>
              <a:rPr sz="21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00AF50"/>
                </a:solidFill>
                <a:latin typeface="Arial MT"/>
                <a:cs typeface="Arial MT"/>
              </a:rPr>
              <a:t>overfitting.</a:t>
            </a:r>
            <a:endParaRPr sz="2100">
              <a:latin typeface="Arial MT"/>
              <a:cs typeface="Arial MT"/>
            </a:endParaRPr>
          </a:p>
          <a:p>
            <a:pPr marL="299085" marR="5080" indent="-287020">
              <a:lnSpc>
                <a:spcPts val="2270"/>
              </a:lnSpc>
              <a:spcBef>
                <a:spcPts val="230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latin typeface="Arial MT"/>
                <a:cs typeface="Arial MT"/>
              </a:rPr>
              <a:t>You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learn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about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different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clustering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techniques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understand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when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how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use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them </a:t>
            </a:r>
            <a:r>
              <a:rPr sz="2100" dirty="0">
                <a:latin typeface="Arial MT"/>
                <a:cs typeface="Arial MT"/>
              </a:rPr>
              <a:t>for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grouping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ts val="2395"/>
              </a:lnSpc>
              <a:spcBef>
                <a:spcPts val="198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latin typeface="Arial MT"/>
                <a:cs typeface="Arial MT"/>
              </a:rPr>
              <a:t>You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gain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understanding</a:t>
            </a:r>
            <a:r>
              <a:rPr sz="2100" spc="-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dimensionality</a:t>
            </a:r>
            <a:r>
              <a:rPr sz="2100" spc="-7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reduction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techniques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learn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how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apply</a:t>
            </a:r>
            <a:endParaRPr sz="2100">
              <a:latin typeface="Arial MT"/>
              <a:cs typeface="Arial MT"/>
            </a:endParaRPr>
          </a:p>
          <a:p>
            <a:pPr marL="299085">
              <a:lnSpc>
                <a:spcPts val="2395"/>
              </a:lnSpc>
            </a:pPr>
            <a:r>
              <a:rPr sz="2100" dirty="0">
                <a:latin typeface="Arial MT"/>
                <a:cs typeface="Arial MT"/>
              </a:rPr>
              <a:t>them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compress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visualize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43287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Course</a:t>
            </a:r>
            <a:r>
              <a:rPr spc="-300" dirty="0"/>
              <a:t> </a:t>
            </a:r>
            <a:r>
              <a:rPr spc="-95" dirty="0"/>
              <a:t>material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22552"/>
            <a:ext cx="5555615" cy="369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Canvas</a:t>
            </a:r>
            <a:endParaRPr sz="2100">
              <a:latin typeface="Arial"/>
              <a:cs typeface="Arial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Slides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&amp; exercises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from</a:t>
            </a:r>
            <a:r>
              <a:rPr sz="2100" spc="-10" dirty="0">
                <a:latin typeface="Arial MT"/>
                <a:cs typeface="Arial MT"/>
              </a:rPr>
              <a:t> classes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Online</a:t>
            </a:r>
            <a:endParaRPr sz="2100">
              <a:latin typeface="Arial"/>
              <a:cs typeface="Arial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spc="-10" dirty="0">
                <a:latin typeface="Arial MT"/>
                <a:cs typeface="Arial MT"/>
              </a:rPr>
              <a:t>https:/</a:t>
            </a:r>
            <a:r>
              <a:rPr sz="2100" spc="-10" dirty="0">
                <a:latin typeface="Arial MT"/>
                <a:cs typeface="Arial MT"/>
                <a:hlinkClick r:id="rId2"/>
              </a:rPr>
              <a:t>/www.w3schools.com/datascience/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Software</a:t>
            </a:r>
            <a:endParaRPr sz="2100">
              <a:latin typeface="Arial"/>
              <a:cs typeface="Arial"/>
            </a:endParaRPr>
          </a:p>
          <a:p>
            <a:pPr marL="715010" marR="375285" lvl="1" indent="-342900">
              <a:lnSpc>
                <a:spcPts val="2270"/>
              </a:lnSpc>
              <a:spcBef>
                <a:spcPts val="202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JupyterLab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(or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work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Anaconda/VS </a:t>
            </a:r>
            <a:r>
              <a:rPr sz="2100" dirty="0">
                <a:latin typeface="Arial MT"/>
                <a:cs typeface="Arial MT"/>
              </a:rPr>
              <a:t>Code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if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10" dirty="0">
                <a:latin typeface="Arial MT"/>
                <a:cs typeface="Arial MT"/>
              </a:rPr>
              <a:t> prefer)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1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The</a:t>
            </a:r>
            <a:r>
              <a:rPr sz="2100" b="1" spc="-5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Internet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0766" y="1933067"/>
            <a:ext cx="5154675" cy="29825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Course</a:t>
            </a:r>
            <a:r>
              <a:rPr spc="-300" dirty="0"/>
              <a:t> </a:t>
            </a:r>
            <a:r>
              <a:rPr spc="-30" dirty="0"/>
              <a:t>breakdown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90548"/>
            <a:ext cx="9066530" cy="26777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350"/>
              </a:spcBef>
              <a:buClr>
                <a:srgbClr val="F96331"/>
              </a:buClr>
              <a:buFont typeface="Arial MT"/>
              <a:buChar char="•"/>
              <a:tabLst>
                <a:tab pos="299085" algn="l"/>
              </a:tabLst>
            </a:pPr>
            <a:r>
              <a:rPr sz="2100" b="1" dirty="0">
                <a:latin typeface="Arial"/>
                <a:cs typeface="Arial"/>
              </a:rPr>
              <a:t>Course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Structure:</a:t>
            </a:r>
            <a:endParaRPr sz="2100">
              <a:latin typeface="Arial"/>
              <a:cs typeface="Arial"/>
            </a:endParaRPr>
          </a:p>
          <a:p>
            <a:pPr marL="658495" lvl="1" indent="-286385">
              <a:lnSpc>
                <a:spcPct val="100000"/>
              </a:lnSpc>
              <a:spcBef>
                <a:spcPts val="254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Lectures: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3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hours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per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week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(theory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exercises)</a:t>
            </a:r>
            <a:endParaRPr sz="2100">
              <a:latin typeface="Arial MT"/>
              <a:cs typeface="Arial MT"/>
            </a:endParaRPr>
          </a:p>
          <a:p>
            <a:pPr marL="658495" lvl="1" indent="-286385">
              <a:lnSpc>
                <a:spcPct val="100000"/>
              </a:lnSpc>
              <a:spcBef>
                <a:spcPts val="740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Attendance: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Mostly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compulsory,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but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strongly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recommended.</a:t>
            </a:r>
            <a:endParaRPr sz="21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105"/>
              </a:spcBef>
              <a:buClr>
                <a:srgbClr val="F96331"/>
              </a:buClr>
              <a:buFont typeface="Arial MT"/>
              <a:buChar char="•"/>
            </a:pP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lr>
                <a:srgbClr val="F96331"/>
              </a:buClr>
              <a:buFont typeface="Arial MT"/>
              <a:buChar char="•"/>
              <a:tabLst>
                <a:tab pos="299085" algn="l"/>
              </a:tabLst>
            </a:pPr>
            <a:r>
              <a:rPr sz="2100" b="1" dirty="0">
                <a:latin typeface="Arial"/>
                <a:cs typeface="Arial"/>
              </a:rPr>
              <a:t>Examination</a:t>
            </a:r>
            <a:r>
              <a:rPr sz="2100" b="1" spc="-12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Breakdown:</a:t>
            </a:r>
            <a:endParaRPr sz="2100">
              <a:latin typeface="Arial"/>
              <a:cs typeface="Arial"/>
            </a:endParaRPr>
          </a:p>
          <a:p>
            <a:pPr marL="658495" lvl="1" indent="-286385">
              <a:lnSpc>
                <a:spcPct val="100000"/>
              </a:lnSpc>
              <a:spcBef>
                <a:spcPts val="250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30%: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Continuous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assessment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(mandatory</a:t>
            </a:r>
            <a:r>
              <a:rPr sz="2100" spc="-10" dirty="0">
                <a:latin typeface="Arial MT"/>
                <a:cs typeface="Arial MT"/>
              </a:rPr>
              <a:t> excercises)</a:t>
            </a:r>
            <a:endParaRPr sz="2100">
              <a:latin typeface="Arial MT"/>
              <a:cs typeface="Arial MT"/>
            </a:endParaRPr>
          </a:p>
          <a:p>
            <a:pPr marL="658495" lvl="1" indent="-286385">
              <a:lnSpc>
                <a:spcPct val="100000"/>
              </a:lnSpc>
              <a:spcBef>
                <a:spcPts val="745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70%: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Final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exam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(oral,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mostly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theoretical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some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practical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elements)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5360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15" dirty="0"/>
              <a:t>Is</a:t>
            </a:r>
            <a:r>
              <a:rPr spc="-70" dirty="0"/>
              <a:t> </a:t>
            </a:r>
            <a:r>
              <a:rPr spc="-395" dirty="0"/>
              <a:t>it</a:t>
            </a:r>
            <a:r>
              <a:rPr spc="-70" dirty="0"/>
              <a:t> </a:t>
            </a:r>
            <a:r>
              <a:rPr spc="-210" dirty="0"/>
              <a:t>difficult</a:t>
            </a:r>
            <a:r>
              <a:rPr spc="-114" dirty="0"/>
              <a:t> </a:t>
            </a:r>
            <a:r>
              <a:rPr spc="-160" dirty="0"/>
              <a:t>to</a:t>
            </a:r>
            <a:r>
              <a:rPr spc="-105" dirty="0"/>
              <a:t> </a:t>
            </a:r>
            <a:r>
              <a:rPr spc="-25" dirty="0"/>
              <a:t>pass?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2258314"/>
            <a:ext cx="5083175" cy="226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It’s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perfectly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doable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b="1" dirty="0">
                <a:latin typeface="Arial"/>
                <a:cs typeface="Arial"/>
              </a:rPr>
              <a:t>if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you</a:t>
            </a:r>
            <a:r>
              <a:rPr sz="2100" b="1" spc="1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put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in</a:t>
            </a:r>
            <a:r>
              <a:rPr sz="2100" b="1" spc="-2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the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b="1" spc="-20" dirty="0">
                <a:latin typeface="Arial"/>
                <a:cs typeface="Arial"/>
              </a:rPr>
              <a:t>work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Come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class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Participate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10" dirty="0">
                <a:latin typeface="Arial MT"/>
                <a:cs typeface="Arial MT"/>
              </a:rPr>
              <a:t> lessons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Make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exercises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8111" y="1740738"/>
            <a:ext cx="4743450" cy="39814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How</a:t>
            </a:r>
            <a:r>
              <a:rPr spc="-85" dirty="0"/>
              <a:t> </a:t>
            </a:r>
            <a:r>
              <a:rPr spc="-160" dirty="0"/>
              <a:t>to</a:t>
            </a:r>
            <a:r>
              <a:rPr spc="-70" dirty="0"/>
              <a:t> </a:t>
            </a:r>
            <a:r>
              <a:rPr spc="135" dirty="0"/>
              <a:t>be</a:t>
            </a:r>
            <a:r>
              <a:rPr spc="-85" dirty="0"/>
              <a:t> </a:t>
            </a:r>
            <a:r>
              <a:rPr dirty="0"/>
              <a:t>an</a:t>
            </a:r>
            <a:r>
              <a:rPr spc="-80" dirty="0"/>
              <a:t> </a:t>
            </a:r>
            <a:r>
              <a:rPr dirty="0"/>
              <a:t>ideal</a:t>
            </a:r>
            <a:r>
              <a:rPr spc="-100" dirty="0"/>
              <a:t> </a:t>
            </a:r>
            <a:r>
              <a:rPr spc="-155" dirty="0"/>
              <a:t>student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464056"/>
            <a:ext cx="8574405" cy="337629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Attend</a:t>
            </a:r>
            <a:r>
              <a:rPr sz="2100" b="1" spc="-1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classes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even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when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party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hardy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Show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respect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towards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instructor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fellow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students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Be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punctual</a:t>
            </a:r>
            <a:r>
              <a:rPr sz="2100" b="1" spc="-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you'll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find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door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closed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Meet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deadlines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late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submissions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will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earn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solid</a:t>
            </a:r>
            <a:r>
              <a:rPr sz="2100" spc="-20" dirty="0">
                <a:latin typeface="Arial MT"/>
                <a:cs typeface="Arial MT"/>
              </a:rPr>
              <a:t> zero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Have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question?</a:t>
            </a:r>
            <a:r>
              <a:rPr sz="2100" b="1" spc="1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just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ask!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don't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bite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Know</a:t>
            </a:r>
            <a:r>
              <a:rPr sz="2100" b="1" spc="-1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it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all?</a:t>
            </a:r>
            <a:r>
              <a:rPr sz="2100" b="1" spc="-1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help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classmates,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might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repay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pizza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Do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your</a:t>
            </a:r>
            <a:r>
              <a:rPr sz="2100" b="1" spc="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own</a:t>
            </a:r>
            <a:r>
              <a:rPr sz="2100" b="1" spc="-5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work!</a:t>
            </a:r>
            <a:r>
              <a:rPr sz="2100" b="1" spc="-4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shortcuts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will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lead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short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academic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career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;)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0" y="2079023"/>
            <a:ext cx="11809095" cy="2995295"/>
            <a:chOff x="190500" y="2079023"/>
            <a:chExt cx="11809095" cy="29952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3361" y="2079023"/>
              <a:ext cx="11775761" cy="299492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9075" y="3223767"/>
              <a:ext cx="5595620" cy="365125"/>
            </a:xfrm>
            <a:custGeom>
              <a:avLst/>
              <a:gdLst/>
              <a:ahLst/>
              <a:cxnLst/>
              <a:rect l="l" t="t" r="r" b="b"/>
              <a:pathLst>
                <a:path w="5595620" h="365125">
                  <a:moveTo>
                    <a:pt x="0" y="60706"/>
                  </a:moveTo>
                  <a:lnTo>
                    <a:pt x="4779" y="37076"/>
                  </a:lnTo>
                  <a:lnTo>
                    <a:pt x="17811" y="17779"/>
                  </a:lnTo>
                  <a:lnTo>
                    <a:pt x="37140" y="4770"/>
                  </a:lnTo>
                  <a:lnTo>
                    <a:pt x="60807" y="0"/>
                  </a:lnTo>
                  <a:lnTo>
                    <a:pt x="5534279" y="0"/>
                  </a:lnTo>
                  <a:lnTo>
                    <a:pt x="5557982" y="4770"/>
                  </a:lnTo>
                  <a:lnTo>
                    <a:pt x="5577316" y="17780"/>
                  </a:lnTo>
                  <a:lnTo>
                    <a:pt x="5590339" y="37076"/>
                  </a:lnTo>
                  <a:lnTo>
                    <a:pt x="5595112" y="60706"/>
                  </a:lnTo>
                  <a:lnTo>
                    <a:pt x="5595112" y="304038"/>
                  </a:lnTo>
                  <a:lnTo>
                    <a:pt x="5590339" y="327687"/>
                  </a:lnTo>
                  <a:lnTo>
                    <a:pt x="5577316" y="347027"/>
                  </a:lnTo>
                  <a:lnTo>
                    <a:pt x="5557982" y="360080"/>
                  </a:lnTo>
                  <a:lnTo>
                    <a:pt x="5534279" y="364871"/>
                  </a:lnTo>
                  <a:lnTo>
                    <a:pt x="60807" y="364871"/>
                  </a:lnTo>
                  <a:lnTo>
                    <a:pt x="37140" y="360080"/>
                  </a:lnTo>
                  <a:lnTo>
                    <a:pt x="17811" y="347027"/>
                  </a:lnTo>
                  <a:lnTo>
                    <a:pt x="4779" y="327687"/>
                  </a:lnTo>
                  <a:lnTo>
                    <a:pt x="0" y="304038"/>
                  </a:lnTo>
                  <a:lnTo>
                    <a:pt x="0" y="60706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9072" y="2921771"/>
              <a:ext cx="216456" cy="2293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9072" y="4072137"/>
              <a:ext cx="216456" cy="2293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22833" y="3669547"/>
              <a:ext cx="216456" cy="22931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0" dirty="0"/>
              <a:t>Agenda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765" y="1700098"/>
            <a:ext cx="11516360" cy="4334510"/>
            <a:chOff x="409765" y="1700098"/>
            <a:chExt cx="11516360" cy="4334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471" y="1700098"/>
              <a:ext cx="11459254" cy="43344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7865" y="3373247"/>
              <a:ext cx="5471160" cy="816610"/>
            </a:xfrm>
            <a:custGeom>
              <a:avLst/>
              <a:gdLst/>
              <a:ahLst/>
              <a:cxnLst/>
              <a:rect l="l" t="t" r="r" b="b"/>
              <a:pathLst>
                <a:path w="5471160" h="816610">
                  <a:moveTo>
                    <a:pt x="0" y="58927"/>
                  </a:moveTo>
                  <a:lnTo>
                    <a:pt x="4631" y="36004"/>
                  </a:lnTo>
                  <a:lnTo>
                    <a:pt x="17262" y="17271"/>
                  </a:lnTo>
                  <a:lnTo>
                    <a:pt x="35993" y="4635"/>
                  </a:lnTo>
                  <a:lnTo>
                    <a:pt x="58928" y="0"/>
                  </a:lnTo>
                  <a:lnTo>
                    <a:pt x="5411787" y="0"/>
                  </a:lnTo>
                  <a:lnTo>
                    <a:pt x="5434711" y="4635"/>
                  </a:lnTo>
                  <a:lnTo>
                    <a:pt x="5453443" y="17272"/>
                  </a:lnTo>
                  <a:lnTo>
                    <a:pt x="5466080" y="36004"/>
                  </a:lnTo>
                  <a:lnTo>
                    <a:pt x="5470715" y="58927"/>
                  </a:lnTo>
                  <a:lnTo>
                    <a:pt x="5470715" y="757301"/>
                  </a:lnTo>
                  <a:lnTo>
                    <a:pt x="5466080" y="780224"/>
                  </a:lnTo>
                  <a:lnTo>
                    <a:pt x="5453443" y="798957"/>
                  </a:lnTo>
                  <a:lnTo>
                    <a:pt x="5434710" y="811593"/>
                  </a:lnTo>
                  <a:lnTo>
                    <a:pt x="5411787" y="816228"/>
                  </a:lnTo>
                  <a:lnTo>
                    <a:pt x="58928" y="816228"/>
                  </a:lnTo>
                  <a:lnTo>
                    <a:pt x="35993" y="811593"/>
                  </a:lnTo>
                  <a:lnTo>
                    <a:pt x="17262" y="798956"/>
                  </a:lnTo>
                  <a:lnTo>
                    <a:pt x="4631" y="780224"/>
                  </a:lnTo>
                  <a:lnTo>
                    <a:pt x="0" y="757301"/>
                  </a:lnTo>
                  <a:lnTo>
                    <a:pt x="0" y="58927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Syllabus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936363" y="6249415"/>
            <a:ext cx="1966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(subject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change)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617156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85" dirty="0">
                <a:solidFill>
                  <a:srgbClr val="FFFFFF"/>
                </a:solidFill>
                <a:latin typeface="Verdana"/>
                <a:cs typeface="Verdana"/>
              </a:rPr>
              <a:t>Now</a:t>
            </a:r>
            <a:r>
              <a:rPr sz="2400" i="1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80" dirty="0">
                <a:solidFill>
                  <a:srgbClr val="FFFFFF"/>
                </a:solidFill>
                <a:latin typeface="Verdana"/>
                <a:cs typeface="Verdana"/>
              </a:rPr>
              <a:t>get</a:t>
            </a:r>
            <a:r>
              <a:rPr sz="240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54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4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400" i="1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300" dirty="0">
                <a:solidFill>
                  <a:srgbClr val="FFFFFF"/>
                </a:solidFill>
                <a:latin typeface="Verdana"/>
                <a:cs typeface="Verdana"/>
              </a:rPr>
              <a:t>fun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0" dirty="0">
                <a:solidFill>
                  <a:srgbClr val="FFFFFF"/>
                </a:solidFill>
                <a:latin typeface="Verdana"/>
                <a:cs typeface="Verdana"/>
              </a:rPr>
              <a:t>part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160" dirty="0">
                <a:solidFill>
                  <a:srgbClr val="FFFFFF"/>
                </a:solidFill>
                <a:latin typeface="Verdana"/>
                <a:cs typeface="Verdana"/>
              </a:rPr>
              <a:t>Logistic</a:t>
            </a:r>
            <a:r>
              <a:rPr sz="5400" b="0" spc="-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-190" dirty="0">
                <a:solidFill>
                  <a:srgbClr val="FFFFFF"/>
                </a:solidFill>
                <a:latin typeface="Verdana"/>
                <a:cs typeface="Verdana"/>
              </a:rPr>
              <a:t>Regression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6783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Regression,</a:t>
            </a:r>
            <a:r>
              <a:rPr spc="-120" dirty="0"/>
              <a:t> </a:t>
            </a:r>
            <a:r>
              <a:rPr spc="-185" dirty="0"/>
              <a:t>but</a:t>
            </a:r>
            <a:r>
              <a:rPr spc="-100" dirty="0"/>
              <a:t> </a:t>
            </a:r>
            <a:r>
              <a:rPr spc="-180" dirty="0"/>
              <a:t>not</a:t>
            </a:r>
            <a:r>
              <a:rPr spc="-95" dirty="0"/>
              <a:t> </a:t>
            </a:r>
            <a:r>
              <a:rPr spc="-55" dirty="0"/>
              <a:t>really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906015"/>
            <a:ext cx="4928870" cy="411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regression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S-</a:t>
            </a:r>
            <a:r>
              <a:rPr sz="2400" b="1" dirty="0">
                <a:latin typeface="Arial"/>
                <a:cs typeface="Arial"/>
              </a:rPr>
              <a:t>shaped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curve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Y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always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interesting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property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allows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482600"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us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beyond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regression…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10125" y="1082802"/>
            <a:ext cx="4853305" cy="5309870"/>
            <a:chOff x="6410125" y="1082802"/>
            <a:chExt cx="4853305" cy="53098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0125" y="1887143"/>
              <a:ext cx="4578610" cy="45053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570336" y="1082802"/>
              <a:ext cx="693420" cy="1261110"/>
            </a:xfrm>
            <a:custGeom>
              <a:avLst/>
              <a:gdLst/>
              <a:ahLst/>
              <a:cxnLst/>
              <a:rect l="l" t="t" r="r" b="b"/>
              <a:pathLst>
                <a:path w="693420" h="1261110">
                  <a:moveTo>
                    <a:pt x="583311" y="0"/>
                  </a:moveTo>
                  <a:lnTo>
                    <a:pt x="0" y="52959"/>
                  </a:lnTo>
                  <a:lnTo>
                    <a:pt x="109728" y="1260983"/>
                  </a:lnTo>
                  <a:lnTo>
                    <a:pt x="692912" y="1208024"/>
                  </a:lnTo>
                  <a:lnTo>
                    <a:pt x="583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242" y="453339"/>
            <a:ext cx="73513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70" dirty="0">
                <a:solidFill>
                  <a:srgbClr val="F96331"/>
                </a:solidFill>
                <a:latin typeface="Tahoma"/>
                <a:cs typeface="Tahoma"/>
              </a:rPr>
              <a:t>Regression</a:t>
            </a:r>
            <a:r>
              <a:rPr sz="4400" b="1" spc="-145" dirty="0">
                <a:solidFill>
                  <a:srgbClr val="F96331"/>
                </a:solidFill>
                <a:latin typeface="Tahoma"/>
                <a:cs typeface="Tahoma"/>
              </a:rPr>
              <a:t> </a:t>
            </a:r>
            <a:r>
              <a:rPr sz="4400" b="1" dirty="0">
                <a:solidFill>
                  <a:srgbClr val="F96331"/>
                </a:solidFill>
                <a:latin typeface="Tahoma"/>
                <a:cs typeface="Tahoma"/>
              </a:rPr>
              <a:t>as</a:t>
            </a:r>
            <a:r>
              <a:rPr sz="4400" b="1" spc="-105" dirty="0">
                <a:solidFill>
                  <a:srgbClr val="F96331"/>
                </a:solidFill>
                <a:latin typeface="Tahoma"/>
                <a:cs typeface="Tahoma"/>
              </a:rPr>
              <a:t> </a:t>
            </a:r>
            <a:r>
              <a:rPr sz="4400" b="1" spc="-85" dirty="0">
                <a:solidFill>
                  <a:srgbClr val="F96331"/>
                </a:solidFill>
                <a:latin typeface="Tahoma"/>
                <a:cs typeface="Tahoma"/>
              </a:rPr>
              <a:t>classification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3180" y="1610311"/>
            <a:ext cx="956627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i="1" dirty="0">
                <a:latin typeface="Arial"/>
                <a:cs typeface="Arial"/>
              </a:rPr>
              <a:t>By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establishing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‘</a:t>
            </a:r>
            <a:r>
              <a:rPr sz="2000" b="1" i="1" spc="-10" dirty="0">
                <a:latin typeface="Arial"/>
                <a:cs typeface="Arial"/>
              </a:rPr>
              <a:t>threshold</a:t>
            </a:r>
            <a:r>
              <a:rPr sz="2000" i="1" spc="-10" dirty="0">
                <a:latin typeface="Arial"/>
                <a:cs typeface="Arial"/>
              </a:rPr>
              <a:t>’</a:t>
            </a:r>
            <a:r>
              <a:rPr sz="2000" i="1" spc="-1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we</a:t>
            </a:r>
            <a:r>
              <a:rPr sz="2000" i="1" spc="-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can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label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each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prediction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0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or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1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100" dirty="0">
                <a:latin typeface="Wingdings"/>
                <a:cs typeface="Wingdings"/>
              </a:rPr>
              <a:t>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Arial"/>
                <a:cs typeface="Arial"/>
              </a:rPr>
              <a:t>Classification!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109" y="2452252"/>
            <a:ext cx="8514755" cy="41449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Binary</a:t>
            </a:r>
            <a:r>
              <a:rPr spc="-135" dirty="0"/>
              <a:t> </a:t>
            </a:r>
            <a:r>
              <a:rPr spc="-90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906015"/>
            <a:ext cx="6058535" cy="2713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Always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0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b="1" spc="-5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Predicts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certain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factor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True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False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715010" lvl="1" indent="-342900">
              <a:lnSpc>
                <a:spcPct val="100000"/>
              </a:lnSpc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E.g.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Spam,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Cancer,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…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615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Simple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limited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2548" y="1695259"/>
            <a:ext cx="4743450" cy="44005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Multiclass</a:t>
            </a:r>
            <a:r>
              <a:rPr spc="-114" dirty="0"/>
              <a:t> </a:t>
            </a:r>
            <a:r>
              <a:rPr spc="-80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906015"/>
            <a:ext cx="6656705" cy="41040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anything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Predicts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certain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factor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E.g.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Wine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quality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rating,</a:t>
            </a:r>
            <a:r>
              <a:rPr sz="2400" spc="-50" dirty="0">
                <a:latin typeface="Arial MT"/>
                <a:cs typeface="Arial MT"/>
              </a:rPr>
              <a:t> …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615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complicated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yet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(almost)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unlimited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400">
              <a:latin typeface="Arial MT"/>
              <a:cs typeface="Arial MT"/>
            </a:endParaRPr>
          </a:p>
          <a:p>
            <a:pPr marL="29209" algn="ctr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classification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supervised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or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unsupervised?</a:t>
            </a:r>
            <a:endParaRPr sz="2400">
              <a:latin typeface="Arial"/>
              <a:cs typeface="Arial"/>
            </a:endParaRPr>
          </a:p>
          <a:p>
            <a:pPr marL="27305" algn="ctr">
              <a:lnSpc>
                <a:spcPct val="100000"/>
              </a:lnSpc>
              <a:spcBef>
                <a:spcPts val="969"/>
              </a:spcBef>
            </a:pPr>
            <a:r>
              <a:rPr sz="2400" i="1" spc="-10" dirty="0">
                <a:solidFill>
                  <a:srgbClr val="71871A"/>
                </a:solidFill>
                <a:latin typeface="Arial"/>
                <a:cs typeface="Arial"/>
              </a:rPr>
              <a:t>Supervised!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14969" y="1457261"/>
            <a:ext cx="3661028" cy="48879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Evaluation</a:t>
            </a:r>
            <a:r>
              <a:rPr spc="-110" dirty="0"/>
              <a:t> </a:t>
            </a:r>
            <a:r>
              <a:rPr spc="-105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54555"/>
            <a:ext cx="1097978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True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Positives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(TP)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labels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outcome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predicted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label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correctly </a:t>
            </a:r>
            <a:r>
              <a:rPr sz="2400" dirty="0">
                <a:latin typeface="Arial MT"/>
                <a:cs typeface="Arial MT"/>
              </a:rPr>
              <a:t>predicted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postive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outcome.</a:t>
            </a:r>
            <a:endParaRPr sz="24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True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Negatives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(TN)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labels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outcome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predicted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label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correctly </a:t>
            </a:r>
            <a:r>
              <a:rPr sz="2400" dirty="0">
                <a:latin typeface="Arial MT"/>
                <a:cs typeface="Arial MT"/>
              </a:rPr>
              <a:t>predicted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outcome.</a:t>
            </a:r>
            <a:endParaRPr sz="2400">
              <a:latin typeface="Arial MT"/>
              <a:cs typeface="Arial MT"/>
            </a:endParaRPr>
          </a:p>
          <a:p>
            <a:pPr marL="354965" marR="388620" indent="-342900">
              <a:lnSpc>
                <a:spcPct val="100000"/>
              </a:lnSpc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False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Positives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(FP)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labels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outcome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predicted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label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we </a:t>
            </a:r>
            <a:r>
              <a:rPr sz="2400" i="1" dirty="0">
                <a:latin typeface="Arial"/>
                <a:cs typeface="Arial"/>
              </a:rPr>
              <a:t>incorrectly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predicted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postive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outcome.</a:t>
            </a:r>
            <a:endParaRPr sz="2400">
              <a:latin typeface="Arial MT"/>
              <a:cs typeface="Arial MT"/>
            </a:endParaRPr>
          </a:p>
          <a:p>
            <a:pPr marL="354965" marR="269240" indent="-342900">
              <a:lnSpc>
                <a:spcPct val="100000"/>
              </a:lnSpc>
              <a:spcBef>
                <a:spcPts val="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False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Negatives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(FN)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labels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outcome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predicted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label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0.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we </a:t>
            </a:r>
            <a:r>
              <a:rPr sz="2400" i="1" dirty="0">
                <a:latin typeface="Arial"/>
                <a:cs typeface="Arial"/>
              </a:rPr>
              <a:t>incorrectly</a:t>
            </a:r>
            <a:r>
              <a:rPr sz="2400" i="1" spc="-10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predicted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outcome.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Confusion</a:t>
            </a:r>
            <a:r>
              <a:rPr spc="-135" dirty="0"/>
              <a:t> </a:t>
            </a:r>
            <a:r>
              <a:rPr spc="-220" dirty="0"/>
              <a:t>matrix</a:t>
            </a:r>
            <a:r>
              <a:rPr spc="-100" dirty="0"/>
              <a:t> </a:t>
            </a:r>
            <a:r>
              <a:rPr spc="-175" dirty="0"/>
              <a:t>matrix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724" y="1516447"/>
            <a:ext cx="4994587" cy="48537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725" y="1516449"/>
            <a:ext cx="4994587" cy="485379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Confusion</a:t>
            </a:r>
            <a:r>
              <a:rPr spc="-135" dirty="0"/>
              <a:t> </a:t>
            </a:r>
            <a:r>
              <a:rPr spc="-220" dirty="0"/>
              <a:t>matrix</a:t>
            </a:r>
            <a:r>
              <a:rPr spc="-100" dirty="0"/>
              <a:t> </a:t>
            </a:r>
            <a:r>
              <a:rPr spc="-175"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608" y="1586463"/>
            <a:ext cx="5778500" cy="4620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225" marR="1403350" indent="-342900">
              <a:lnSpc>
                <a:spcPct val="150000"/>
              </a:lnSpc>
              <a:spcBef>
                <a:spcPts val="95"/>
              </a:spcBef>
              <a:buClr>
                <a:srgbClr val="F96331"/>
              </a:buClr>
              <a:buChar char="•"/>
              <a:tabLst>
                <a:tab pos="40322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multiclass classification</a:t>
            </a:r>
            <a:endParaRPr sz="2400">
              <a:latin typeface="Arial MT"/>
              <a:cs typeface="Arial MT"/>
            </a:endParaRPr>
          </a:p>
          <a:p>
            <a:pPr marL="403225" indent="-342900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403225" algn="l"/>
              </a:tabLst>
            </a:pPr>
            <a:r>
              <a:rPr sz="2400" dirty="0">
                <a:latin typeface="Arial MT"/>
                <a:cs typeface="Arial MT"/>
              </a:rPr>
              <a:t>Calculate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TP/TN/FP/FN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</a:t>
            </a:r>
            <a:endParaRPr sz="2400">
              <a:latin typeface="Arial MT"/>
              <a:cs typeface="Arial MT"/>
            </a:endParaRPr>
          </a:p>
          <a:p>
            <a:pPr marL="403225" marR="901700" indent="-342900">
              <a:lnSpc>
                <a:spcPts val="4320"/>
              </a:lnSpc>
              <a:spcBef>
                <a:spcPts val="385"/>
              </a:spcBef>
              <a:buClr>
                <a:srgbClr val="F96331"/>
              </a:buClr>
              <a:buChar char="•"/>
              <a:tabLst>
                <a:tab pos="403225" algn="l"/>
              </a:tabLst>
            </a:pPr>
            <a:r>
              <a:rPr sz="2400" spc="-50" dirty="0">
                <a:latin typeface="Arial MT"/>
                <a:cs typeface="Arial MT"/>
              </a:rPr>
              <a:t>You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your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calculating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average</a:t>
            </a:r>
            <a:endParaRPr sz="2400">
              <a:latin typeface="Arial MT"/>
              <a:cs typeface="Arial MT"/>
            </a:endParaRPr>
          </a:p>
          <a:p>
            <a:pPr marL="403225" indent="-342900">
              <a:lnSpc>
                <a:spcPct val="100000"/>
              </a:lnSpc>
              <a:spcBef>
                <a:spcPts val="1060"/>
              </a:spcBef>
              <a:buClr>
                <a:srgbClr val="F96331"/>
              </a:buClr>
              <a:buChar char="•"/>
              <a:tabLst>
                <a:tab pos="403225" algn="l"/>
              </a:tabLst>
            </a:pPr>
            <a:r>
              <a:rPr sz="2400" dirty="0">
                <a:latin typeface="Arial MT"/>
                <a:cs typeface="Arial MT"/>
              </a:rPr>
              <a:t>Python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:D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Now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that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know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terminology,</a:t>
            </a:r>
            <a:r>
              <a:rPr sz="2400" b="1" spc="-10" dirty="0">
                <a:latin typeface="Arial"/>
                <a:cs typeface="Arial"/>
              </a:rPr>
              <a:t> let’s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Arial"/>
                <a:cs typeface="Arial"/>
              </a:rPr>
              <a:t>see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what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can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calculate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this…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3444" y="1116075"/>
            <a:ext cx="5482717" cy="543750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/>
              <a:t>Accuracy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86463"/>
            <a:ext cx="9299575" cy="221996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Measures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proportion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predictions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predictions.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1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Higher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better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“How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predictions?”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1226" y="4475479"/>
            <a:ext cx="1217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𝐴𝑐𝑐𝑢𝑟𝑎𝑐𝑦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41136" y="4642739"/>
            <a:ext cx="2135505" cy="15240"/>
          </a:xfrm>
          <a:custGeom>
            <a:avLst/>
            <a:gdLst/>
            <a:ahLst/>
            <a:cxnLst/>
            <a:rect l="l" t="t" r="r" b="b"/>
            <a:pathLst>
              <a:path w="2135504" h="15239">
                <a:moveTo>
                  <a:pt x="2135123" y="0"/>
                </a:moveTo>
                <a:lnTo>
                  <a:pt x="0" y="0"/>
                </a:lnTo>
                <a:lnTo>
                  <a:pt x="0" y="15240"/>
                </a:lnTo>
                <a:lnTo>
                  <a:pt x="2135123" y="15240"/>
                </a:lnTo>
                <a:lnTo>
                  <a:pt x="2135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29198" y="4301744"/>
            <a:ext cx="2152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#𝑐𝑜𝑟𝑟𝑒𝑐𝑡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𝑝𝑟𝑒𝑑𝑖𝑐𝑡𝑖𝑜𝑛𝑠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52642" y="4627879"/>
            <a:ext cx="1906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#𝑡𝑜𝑡𝑎𝑙</a:t>
            </a:r>
            <a:r>
              <a:rPr sz="1800" spc="5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𝑝𝑟𝑒𝑑𝑖𝑐𝑡𝑖𝑜𝑛𝑠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39613" y="5514213"/>
            <a:ext cx="2010410" cy="15240"/>
          </a:xfrm>
          <a:custGeom>
            <a:avLst/>
            <a:gdLst/>
            <a:ahLst/>
            <a:cxnLst/>
            <a:rect l="l" t="t" r="r" b="b"/>
            <a:pathLst>
              <a:path w="2010409" h="15239">
                <a:moveTo>
                  <a:pt x="2010156" y="0"/>
                </a:moveTo>
                <a:lnTo>
                  <a:pt x="0" y="0"/>
                </a:lnTo>
                <a:lnTo>
                  <a:pt x="0" y="15240"/>
                </a:lnTo>
                <a:lnTo>
                  <a:pt x="2010156" y="15240"/>
                </a:lnTo>
                <a:lnTo>
                  <a:pt x="2010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94302" y="5121655"/>
            <a:ext cx="3390265" cy="6781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917064">
              <a:lnSpc>
                <a:spcPct val="100000"/>
              </a:lnSpc>
              <a:spcBef>
                <a:spcPts val="505"/>
              </a:spcBef>
            </a:pPr>
            <a:r>
              <a:rPr sz="1800" dirty="0">
                <a:latin typeface="Cambria Math"/>
                <a:cs typeface="Cambria Math"/>
              </a:rPr>
              <a:t>𝑇𝑃</a:t>
            </a:r>
            <a:r>
              <a:rPr sz="1800" spc="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 </a:t>
            </a:r>
            <a:r>
              <a:rPr sz="1800" spc="-25" dirty="0">
                <a:latin typeface="Cambria Math"/>
                <a:cs typeface="Cambria Math"/>
              </a:rPr>
              <a:t>𝑇𝑁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409"/>
              </a:spcBef>
            </a:pPr>
            <a:r>
              <a:rPr sz="2700" baseline="37037" dirty="0">
                <a:latin typeface="Cambria Math"/>
                <a:cs typeface="Cambria Math"/>
              </a:rPr>
              <a:t>𝐴𝑐𝑐𝑢𝑟𝑎𝑐𝑦</a:t>
            </a:r>
            <a:r>
              <a:rPr sz="2700" spc="165" baseline="37037" dirty="0">
                <a:latin typeface="Cambria Math"/>
                <a:cs typeface="Cambria Math"/>
              </a:rPr>
              <a:t> </a:t>
            </a:r>
            <a:r>
              <a:rPr sz="2700" baseline="37037" dirty="0">
                <a:latin typeface="Cambria Math"/>
                <a:cs typeface="Cambria Math"/>
              </a:rPr>
              <a:t>=</a:t>
            </a:r>
            <a:r>
              <a:rPr sz="2700" spc="719" baseline="3703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𝑇𝑃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𝑇𝑁</a:t>
            </a:r>
            <a:r>
              <a:rPr sz="1800" spc="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 𝐹𝑃</a:t>
            </a:r>
            <a:r>
              <a:rPr sz="1800" spc="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𝐹𝑁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Precision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17979"/>
            <a:ext cx="10812780" cy="15303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marR="5080" indent="-342900">
              <a:lnSpc>
                <a:spcPts val="2590"/>
              </a:lnSpc>
              <a:spcBef>
                <a:spcPts val="42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Measures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made,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less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independent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variables.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ts val="2555"/>
              </a:lnSpc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Higher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better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90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“How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consistent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predictions?”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38020" y="4693666"/>
            <a:ext cx="1638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𝑃𝑟𝑒𝑐𝑖𝑠𝑖𝑜𝑛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13734" y="4914138"/>
            <a:ext cx="1122045" cy="20320"/>
          </a:xfrm>
          <a:custGeom>
            <a:avLst/>
            <a:gdLst/>
            <a:ahLst/>
            <a:cxnLst/>
            <a:rect l="l" t="t" r="r" b="b"/>
            <a:pathLst>
              <a:path w="1122045" h="20320">
                <a:moveTo>
                  <a:pt x="1121664" y="0"/>
                </a:moveTo>
                <a:lnTo>
                  <a:pt x="0" y="0"/>
                </a:lnTo>
                <a:lnTo>
                  <a:pt x="0" y="19812"/>
                </a:lnTo>
                <a:lnTo>
                  <a:pt x="1121664" y="19812"/>
                </a:lnTo>
                <a:lnTo>
                  <a:pt x="11216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73397" y="4463542"/>
            <a:ext cx="396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𝑇𝑃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1541" y="4897882"/>
            <a:ext cx="1141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𝑇𝑃</a:t>
            </a:r>
            <a:r>
              <a:rPr sz="2400" spc="6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35" dirty="0">
                <a:latin typeface="Cambria Math"/>
                <a:cs typeface="Cambria Math"/>
              </a:rPr>
              <a:t>𝐹𝑃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7241" y="2709087"/>
            <a:ext cx="4743450" cy="33432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0" dirty="0"/>
              <a:t>Accuracy</a:t>
            </a:r>
            <a:r>
              <a:rPr spc="-114" dirty="0"/>
              <a:t> </a:t>
            </a:r>
            <a:r>
              <a:rPr spc="-195" dirty="0"/>
              <a:t>vs</a:t>
            </a:r>
            <a:r>
              <a:rPr spc="-95" dirty="0"/>
              <a:t> </a:t>
            </a:r>
            <a:r>
              <a:rPr spc="-50" dirty="0"/>
              <a:t>precision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17979"/>
            <a:ext cx="1011745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Arial MT"/>
                <a:cs typeface="Arial MT"/>
              </a:rPr>
              <a:t>Let’s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pauze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moment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visualize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accuracy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spc="-10" dirty="0">
                <a:latin typeface="Arial MT"/>
                <a:cs typeface="Arial MT"/>
              </a:rPr>
              <a:t>precision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793364"/>
            <a:ext cx="10515600" cy="19985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01241" y="5179567"/>
            <a:ext cx="1645920" cy="54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ts val="2050"/>
              </a:lnSpc>
              <a:spcBef>
                <a:spcPts val="95"/>
              </a:spcBef>
            </a:pPr>
            <a:r>
              <a:rPr sz="1900" b="1" dirty="0">
                <a:latin typeface="Arial"/>
                <a:cs typeface="Arial"/>
              </a:rPr>
              <a:t>Low</a:t>
            </a:r>
            <a:r>
              <a:rPr sz="1900" b="1" spc="-5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accuracy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sz="1900" b="1" dirty="0">
                <a:latin typeface="Arial"/>
                <a:cs typeface="Arial"/>
              </a:rPr>
              <a:t>Low</a:t>
            </a:r>
            <a:r>
              <a:rPr sz="1900" b="1" spc="-3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precision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089272" y="5179567"/>
            <a:ext cx="1701164" cy="54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340">
              <a:lnSpc>
                <a:spcPts val="2050"/>
              </a:lnSpc>
              <a:spcBef>
                <a:spcPts val="95"/>
              </a:spcBef>
            </a:pPr>
            <a:r>
              <a:rPr sz="1900" b="1" dirty="0">
                <a:latin typeface="Arial"/>
                <a:cs typeface="Arial"/>
              </a:rPr>
              <a:t>Low</a:t>
            </a:r>
            <a:r>
              <a:rPr sz="1900" b="1" spc="-5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accuracy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sz="1900" b="1" dirty="0">
                <a:latin typeface="Arial"/>
                <a:cs typeface="Arial"/>
              </a:rPr>
              <a:t>High</a:t>
            </a:r>
            <a:r>
              <a:rPr sz="1900" b="1" spc="-4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precision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9645" y="5179567"/>
            <a:ext cx="1673225" cy="5461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4765" marR="5080" indent="-12700">
              <a:lnSpc>
                <a:spcPct val="80000"/>
              </a:lnSpc>
              <a:spcBef>
                <a:spcPts val="550"/>
              </a:spcBef>
            </a:pPr>
            <a:r>
              <a:rPr sz="1900" b="1" dirty="0">
                <a:latin typeface="Arial"/>
                <a:cs typeface="Arial"/>
              </a:rPr>
              <a:t>High</a:t>
            </a:r>
            <a:r>
              <a:rPr sz="1900" b="1" spc="-4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accuracy </a:t>
            </a:r>
            <a:r>
              <a:rPr sz="1900" b="1" dirty="0">
                <a:latin typeface="Arial"/>
                <a:cs typeface="Arial"/>
              </a:rPr>
              <a:t>Low</a:t>
            </a:r>
            <a:r>
              <a:rPr sz="1900" b="1" spc="-5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precision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19868" y="5179567"/>
            <a:ext cx="1701164" cy="5461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 indent="15240">
              <a:lnSpc>
                <a:spcPct val="80000"/>
              </a:lnSpc>
              <a:spcBef>
                <a:spcPts val="550"/>
              </a:spcBef>
            </a:pPr>
            <a:r>
              <a:rPr sz="1900" b="1" dirty="0">
                <a:latin typeface="Arial"/>
                <a:cs typeface="Arial"/>
              </a:rPr>
              <a:t>High</a:t>
            </a:r>
            <a:r>
              <a:rPr sz="1900" b="1" spc="-4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accuracy </a:t>
            </a:r>
            <a:r>
              <a:rPr sz="1900" b="1" dirty="0">
                <a:latin typeface="Arial"/>
                <a:cs typeface="Arial"/>
              </a:rPr>
              <a:t>High</a:t>
            </a:r>
            <a:r>
              <a:rPr sz="1900" b="1" spc="-4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precision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5882" y="936129"/>
            <a:ext cx="7460233" cy="49857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1705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Recall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86463"/>
            <a:ext cx="8397875" cy="289560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True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Positive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(TPR)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Proportion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correctly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identified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Focuses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minimizing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false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negatives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94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medical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diagnoses,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…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9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“Of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recognize?”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44541" y="5300268"/>
            <a:ext cx="1195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𝑅𝑒𝑐𝑎𝑙𝑙</a:t>
            </a:r>
            <a:r>
              <a:rPr sz="2400" spc="1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77915" y="5520563"/>
            <a:ext cx="1156970" cy="20320"/>
          </a:xfrm>
          <a:custGeom>
            <a:avLst/>
            <a:gdLst/>
            <a:ahLst/>
            <a:cxnLst/>
            <a:rect l="l" t="t" r="r" b="b"/>
            <a:pathLst>
              <a:path w="1156970" h="20320">
                <a:moveTo>
                  <a:pt x="1156715" y="0"/>
                </a:moveTo>
                <a:lnTo>
                  <a:pt x="0" y="0"/>
                </a:lnTo>
                <a:lnTo>
                  <a:pt x="0" y="19812"/>
                </a:lnTo>
                <a:lnTo>
                  <a:pt x="1156715" y="19812"/>
                </a:lnTo>
                <a:lnTo>
                  <a:pt x="11567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54851" y="5070094"/>
            <a:ext cx="396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𝑇𝑃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166230" y="5504484"/>
            <a:ext cx="1173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𝑇𝑃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𝐹𝑁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Specificity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86463"/>
            <a:ext cx="8516620" cy="289560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True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Negative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(TNR)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Proportion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correctly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identified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Focuses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minimizing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false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positives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94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fraud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detection,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…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9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“Of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recognize?”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44541" y="5300268"/>
            <a:ext cx="1195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𝑅𝑒𝑐𝑎𝑙𝑙</a:t>
            </a:r>
            <a:r>
              <a:rPr sz="2400" spc="1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77915" y="5520563"/>
            <a:ext cx="1156970" cy="20320"/>
          </a:xfrm>
          <a:custGeom>
            <a:avLst/>
            <a:gdLst/>
            <a:ahLst/>
            <a:cxnLst/>
            <a:rect l="l" t="t" r="r" b="b"/>
            <a:pathLst>
              <a:path w="1156970" h="20320">
                <a:moveTo>
                  <a:pt x="1156715" y="0"/>
                </a:moveTo>
                <a:lnTo>
                  <a:pt x="0" y="0"/>
                </a:lnTo>
                <a:lnTo>
                  <a:pt x="0" y="19812"/>
                </a:lnTo>
                <a:lnTo>
                  <a:pt x="1156715" y="19812"/>
                </a:lnTo>
                <a:lnTo>
                  <a:pt x="11567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38086" y="5070094"/>
            <a:ext cx="429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𝑇𝑁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166230" y="5504484"/>
            <a:ext cx="1174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𝑇𝑁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𝐹𝑃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2305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F1</a:t>
            </a:r>
            <a:r>
              <a:rPr spc="-80" dirty="0"/>
              <a:t> </a:t>
            </a:r>
            <a:r>
              <a:rPr spc="-30" dirty="0"/>
              <a:t>Score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86463"/>
            <a:ext cx="6775450" cy="112268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Harmonic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precision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recall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Gives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balanced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overview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accuracy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4858" y="4479493"/>
            <a:ext cx="1778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𝐹1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𝑆𝑐𝑜𝑟𝑒</a:t>
            </a:r>
            <a:r>
              <a:rPr sz="2400" spc="16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5601" y="4700396"/>
            <a:ext cx="2520950" cy="20320"/>
          </a:xfrm>
          <a:custGeom>
            <a:avLst/>
            <a:gdLst/>
            <a:ahLst/>
            <a:cxnLst/>
            <a:rect l="l" t="t" r="r" b="b"/>
            <a:pathLst>
              <a:path w="2520950" h="20320">
                <a:moveTo>
                  <a:pt x="2520696" y="0"/>
                </a:moveTo>
                <a:lnTo>
                  <a:pt x="0" y="0"/>
                </a:lnTo>
                <a:lnTo>
                  <a:pt x="0" y="19811"/>
                </a:lnTo>
                <a:lnTo>
                  <a:pt x="2520696" y="19811"/>
                </a:lnTo>
                <a:lnTo>
                  <a:pt x="2520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59379" y="4249369"/>
            <a:ext cx="2522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8435" algn="l"/>
              </a:tabLst>
            </a:pPr>
            <a:r>
              <a:rPr sz="2400" spc="-10" dirty="0">
                <a:latin typeface="Cambria Math"/>
                <a:cs typeface="Cambria Math"/>
              </a:rPr>
              <a:t>𝑃𝑟𝑒𝑐𝑖𝑠𝑖𝑜𝑛</a:t>
            </a:r>
            <a:r>
              <a:rPr sz="2400" dirty="0">
                <a:latin typeface="Cambria Math"/>
                <a:cs typeface="Cambria Math"/>
              </a:rPr>
              <a:t>	∗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𝑅𝑒𝑐𝑎𝑙𝑙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53282" y="4684267"/>
            <a:ext cx="2536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𝑃𝑟𝑒𝑐𝑖𝑠𝑖𝑜𝑛</a:t>
            </a:r>
            <a:r>
              <a:rPr sz="2400" spc="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0" dirty="0">
                <a:latin typeface="Cambria Math"/>
                <a:cs typeface="Cambria Math"/>
              </a:rPr>
              <a:t> 𝑅𝑒𝑐𝑎𝑙𝑙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2548" y="3429000"/>
            <a:ext cx="4743450" cy="24669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10" dirty="0"/>
              <a:t>Further</a:t>
            </a:r>
            <a:r>
              <a:rPr spc="-70" dirty="0"/>
              <a:t> </a:t>
            </a:r>
            <a:r>
              <a:rPr spc="-125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86463"/>
            <a:ext cx="5445125" cy="441515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all?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course</a:t>
            </a:r>
            <a:r>
              <a:rPr sz="2400" spc="-20" dirty="0">
                <a:latin typeface="Arial MT"/>
                <a:cs typeface="Arial MT"/>
              </a:rPr>
              <a:t> not!</a:t>
            </a:r>
            <a:endParaRPr sz="2400">
              <a:latin typeface="Arial MT"/>
              <a:cs typeface="Arial MT"/>
            </a:endParaRPr>
          </a:p>
          <a:p>
            <a:pPr marL="354965" marR="50800" indent="-342900">
              <a:lnSpc>
                <a:spcPct val="150000"/>
              </a:lnSpc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metrics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such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False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Positive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(FPR),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False </a:t>
            </a:r>
            <a:r>
              <a:rPr sz="2400" b="1" dirty="0">
                <a:latin typeface="Arial"/>
                <a:cs typeface="Arial"/>
              </a:rPr>
              <a:t>Negative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(FNR),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ROC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…</a:t>
            </a:r>
            <a:endParaRPr sz="2400">
              <a:latin typeface="Arial MT"/>
              <a:cs typeface="Arial MT"/>
            </a:endParaRPr>
          </a:p>
          <a:p>
            <a:pPr marL="354965" marR="251460" indent="-342900">
              <a:lnSpc>
                <a:spcPct val="150000"/>
              </a:lnSpc>
              <a:spcBef>
                <a:spcPts val="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However,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fall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scope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Science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Fundamentals.</a:t>
            </a:r>
            <a:endParaRPr sz="2400">
              <a:latin typeface="Arial MT"/>
              <a:cs typeface="Arial MT"/>
            </a:endParaRPr>
          </a:p>
          <a:p>
            <a:pPr marL="354965" marR="5080" indent="-342900">
              <a:lnSpc>
                <a:spcPts val="4320"/>
              </a:lnSpc>
              <a:spcBef>
                <a:spcPts val="18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spc="-50" dirty="0">
                <a:latin typeface="Arial MT"/>
                <a:cs typeface="Arial MT"/>
              </a:rPr>
              <a:t>You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seeing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again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 Science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Advanced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;)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1482" y="662724"/>
            <a:ext cx="5144642" cy="514464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337502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85" dirty="0">
                <a:solidFill>
                  <a:srgbClr val="FFFFFF"/>
                </a:solidFill>
                <a:latin typeface="Verdana"/>
                <a:cs typeface="Verdana"/>
              </a:rPr>
              <a:t>Let’s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5" dirty="0">
                <a:solidFill>
                  <a:srgbClr val="FFFFFF"/>
                </a:solidFill>
                <a:latin typeface="Verdana"/>
                <a:cs typeface="Verdana"/>
              </a:rPr>
              <a:t>jump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70" dirty="0">
                <a:solidFill>
                  <a:srgbClr val="FFFFFF"/>
                </a:solidFill>
                <a:latin typeface="Verdana"/>
                <a:cs typeface="Verdana"/>
              </a:rPr>
              <a:t>into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0" dirty="0">
                <a:solidFill>
                  <a:srgbClr val="FFFFFF"/>
                </a:solidFill>
                <a:latin typeface="Verdana"/>
                <a:cs typeface="Verdana"/>
              </a:rPr>
              <a:t>action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165" dirty="0">
                <a:solidFill>
                  <a:srgbClr val="FFFFFF"/>
                </a:solidFill>
                <a:latin typeface="Verdana"/>
                <a:cs typeface="Verdana"/>
              </a:rPr>
              <a:t>Excercises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5" dirty="0"/>
              <a:t>First,</a:t>
            </a:r>
            <a:r>
              <a:rPr spc="-55" dirty="0"/>
              <a:t> </a:t>
            </a:r>
            <a:r>
              <a:rPr spc="-175" dirty="0"/>
              <a:t>let’s</a:t>
            </a:r>
            <a:r>
              <a:rPr spc="-150" dirty="0"/>
              <a:t> </a:t>
            </a:r>
            <a:r>
              <a:rPr spc="-30" dirty="0"/>
              <a:t>explore</a:t>
            </a:r>
            <a:r>
              <a:rPr spc="-240" dirty="0"/>
              <a:t> </a:t>
            </a:r>
            <a:r>
              <a:rPr spc="-330" dirty="0"/>
              <a:t>this</a:t>
            </a:r>
            <a:r>
              <a:rPr spc="-70" dirty="0"/>
              <a:t> </a:t>
            </a:r>
            <a:r>
              <a:rPr spc="-95" dirty="0"/>
              <a:t>together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464056"/>
            <a:ext cx="10269220" cy="254698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Go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canvas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download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“DSF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04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Logistic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Regression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Notebook”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Jupyter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CMD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“jupyter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lab”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Or launch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Follow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along!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7153" y="2696603"/>
            <a:ext cx="3225419" cy="32254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4971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Now</a:t>
            </a:r>
            <a:r>
              <a:rPr spc="-190" dirty="0"/>
              <a:t> </a:t>
            </a:r>
            <a:r>
              <a:rPr spc="-285" dirty="0"/>
              <a:t>it’s</a:t>
            </a:r>
            <a:r>
              <a:rPr spc="-75" dirty="0"/>
              <a:t> </a:t>
            </a:r>
            <a:r>
              <a:rPr dirty="0"/>
              <a:t>up</a:t>
            </a:r>
            <a:r>
              <a:rPr spc="-165" dirty="0"/>
              <a:t> </a:t>
            </a:r>
            <a:r>
              <a:rPr spc="-160" dirty="0"/>
              <a:t>to</a:t>
            </a:r>
            <a:r>
              <a:rPr spc="-120" dirty="0"/>
              <a:t> </a:t>
            </a:r>
            <a:r>
              <a:rPr spc="-30" dirty="0"/>
              <a:t>you!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Go</a:t>
            </a:r>
            <a:r>
              <a:rPr spc="-2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canvas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download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notebook</a:t>
            </a:r>
            <a:r>
              <a:rPr spc="-20" dirty="0"/>
              <a:t> </a:t>
            </a:r>
            <a:r>
              <a:rPr dirty="0"/>
              <a:t>“DSF</a:t>
            </a:r>
            <a:r>
              <a:rPr spc="-15" dirty="0"/>
              <a:t> </a:t>
            </a:r>
            <a:r>
              <a:rPr dirty="0"/>
              <a:t>04</a:t>
            </a:r>
            <a:r>
              <a:rPr spc="-1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Logistic</a:t>
            </a:r>
            <a:r>
              <a:rPr spc="-30" dirty="0"/>
              <a:t> </a:t>
            </a:r>
            <a:r>
              <a:rPr dirty="0"/>
              <a:t>Regression</a:t>
            </a:r>
            <a:r>
              <a:rPr spc="-45" dirty="0"/>
              <a:t> </a:t>
            </a:r>
            <a:r>
              <a:rPr spc="-10" dirty="0"/>
              <a:t>Exercise”</a:t>
            </a: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Also</a:t>
            </a:r>
            <a:r>
              <a:rPr spc="-40" dirty="0"/>
              <a:t> </a:t>
            </a:r>
            <a:r>
              <a:rPr dirty="0"/>
              <a:t>download</a:t>
            </a:r>
            <a:r>
              <a:rPr spc="-4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csv</a:t>
            </a:r>
            <a:r>
              <a:rPr spc="-25" dirty="0"/>
              <a:t> </a:t>
            </a:r>
            <a:r>
              <a:rPr dirty="0"/>
              <a:t>file</a:t>
            </a:r>
            <a:r>
              <a:rPr spc="-30" dirty="0"/>
              <a:t> </a:t>
            </a:r>
            <a:r>
              <a:rPr dirty="0"/>
              <a:t>called</a:t>
            </a:r>
            <a:r>
              <a:rPr spc="-20" dirty="0"/>
              <a:t> </a:t>
            </a:r>
            <a:r>
              <a:rPr spc="-10" dirty="0"/>
              <a:t>“Diabetes.csv”</a:t>
            </a: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Place</a:t>
            </a:r>
            <a:r>
              <a:rPr spc="-40" dirty="0"/>
              <a:t> </a:t>
            </a:r>
            <a:r>
              <a:rPr dirty="0"/>
              <a:t>them</a:t>
            </a:r>
            <a:r>
              <a:rPr spc="-5" dirty="0"/>
              <a:t> </a:t>
            </a:r>
            <a:r>
              <a:rPr dirty="0"/>
              <a:t>in the</a:t>
            </a:r>
            <a:r>
              <a:rPr spc="-15" dirty="0"/>
              <a:t> </a:t>
            </a:r>
            <a:r>
              <a:rPr dirty="0"/>
              <a:t>same</a:t>
            </a:r>
            <a:r>
              <a:rPr spc="-15" dirty="0"/>
              <a:t> </a:t>
            </a:r>
            <a:r>
              <a:rPr spc="-10" dirty="0"/>
              <a:t>directory</a:t>
            </a: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Open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notebook</a:t>
            </a:r>
            <a:r>
              <a:rPr spc="-4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Jupyter</a:t>
            </a:r>
          </a:p>
          <a:p>
            <a:pPr marL="715010" lvl="1" indent="-342900">
              <a:lnSpc>
                <a:spcPct val="100000"/>
              </a:lnSpc>
              <a:spcBef>
                <a:spcPts val="17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CMD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“jupyter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lab”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Or launch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Go</a:t>
            </a:r>
            <a:r>
              <a:rPr spc="-35" dirty="0"/>
              <a:t> </a:t>
            </a:r>
            <a:r>
              <a:rPr dirty="0"/>
              <a:t>through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notebook</a:t>
            </a:r>
            <a:r>
              <a:rPr spc="-3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make</a:t>
            </a:r>
            <a:r>
              <a:rPr spc="-3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excercises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I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don’t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bite,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ask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any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questions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you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have!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0813" y="2621927"/>
            <a:ext cx="3713099" cy="32405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1295</Words>
  <Application>Microsoft Office PowerPoint</Application>
  <PresentationFormat>Widescreen</PresentationFormat>
  <Paragraphs>226</Paragraphs>
  <Slides>28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Aptos</vt:lpstr>
      <vt:lpstr>Arial</vt:lpstr>
      <vt:lpstr>Arial MT</vt:lpstr>
      <vt:lpstr>Cambria Math</vt:lpstr>
      <vt:lpstr>Tahoma</vt:lpstr>
      <vt:lpstr>Times New Roman</vt:lpstr>
      <vt:lpstr>Verdana</vt:lpstr>
      <vt:lpstr>Wingdings</vt:lpstr>
      <vt:lpstr>Office Theme</vt:lpstr>
      <vt:lpstr>Data Science Fundamentals Logistic Regression</vt:lpstr>
      <vt:lpstr>Before we get started… Practicalities</vt:lpstr>
      <vt:lpstr>Learning objectives</vt:lpstr>
      <vt:lpstr>Course material</vt:lpstr>
      <vt:lpstr>Course breakdown</vt:lpstr>
      <vt:lpstr>Is it difficult to pass?</vt:lpstr>
      <vt:lpstr>How to be an ideal student</vt:lpstr>
      <vt:lpstr>Agenda</vt:lpstr>
      <vt:lpstr>Syllabus</vt:lpstr>
      <vt:lpstr>Now we get to the fun part Logistic Regression</vt:lpstr>
      <vt:lpstr>Regression, but not really</vt:lpstr>
      <vt:lpstr>PowerPoint Presentation</vt:lpstr>
      <vt:lpstr>Binary classification</vt:lpstr>
      <vt:lpstr>Multiclass classification</vt:lpstr>
      <vt:lpstr>Evaluation metrics</vt:lpstr>
      <vt:lpstr>Confusion matrix matrix</vt:lpstr>
      <vt:lpstr>Confusion matrix matrix</vt:lpstr>
      <vt:lpstr>Accuracy</vt:lpstr>
      <vt:lpstr>Precision</vt:lpstr>
      <vt:lpstr>Accuracy vs precision</vt:lpstr>
      <vt:lpstr>PowerPoint Presentation</vt:lpstr>
      <vt:lpstr>Recall</vt:lpstr>
      <vt:lpstr>Specificity</vt:lpstr>
      <vt:lpstr>F1 Score</vt:lpstr>
      <vt:lpstr>Further metrics</vt:lpstr>
      <vt:lpstr>Let’s jump into action Excercises</vt:lpstr>
      <vt:lpstr>First, let’s explore this together</vt:lpstr>
      <vt:lpstr>Now it’s up to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Jamey Verlinden</cp:lastModifiedBy>
  <cp:revision>1</cp:revision>
  <dcterms:created xsi:type="dcterms:W3CDTF">2026-03-02T12:58:05Z</dcterms:created>
  <dcterms:modified xsi:type="dcterms:W3CDTF">2026-03-02T13:28:25Z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2026-03-02T00:00:00Z</vt:filetime>
  </property>
  <property fmtid="{D5CDD505-2E9C-101B-9397-08002B2CF9AE}" pid="5" name="MSIP_Label_f2e03a6a-a981-4b85-a1ed-8702243fff7b_ActionId">
    <vt:lpwstr>daf92c13-dc3c-4452-aede-ebe06e68c4a1</vt:lpwstr>
  </property>
  <property fmtid="{D5CDD505-2E9C-101B-9397-08002B2CF9AE}" pid="6" name="MSIP_Label_f2e03a6a-a981-4b85-a1ed-8702243fff7b_ContentBits">
    <vt:lpwstr>0</vt:lpwstr>
  </property>
  <property fmtid="{D5CDD505-2E9C-101B-9397-08002B2CF9AE}" pid="7" name="MSIP_Label_f2e03a6a-a981-4b85-a1ed-8702243fff7b_Enabled">
    <vt:lpwstr>true</vt:lpwstr>
  </property>
  <property fmtid="{D5CDD505-2E9C-101B-9397-08002B2CF9AE}" pid="8" name="MSIP_Label_f2e03a6a-a981-4b85-a1ed-8702243fff7b_Method">
    <vt:lpwstr>Privileged</vt:lpwstr>
  </property>
  <property fmtid="{D5CDD505-2E9C-101B-9397-08002B2CF9AE}" pid="9" name="MSIP_Label_f2e03a6a-a981-4b85-a1ed-8702243fff7b_Name">
    <vt:lpwstr>Personeel TM</vt:lpwstr>
  </property>
  <property fmtid="{D5CDD505-2E9C-101B-9397-08002B2CF9AE}" pid="10" name="MSIP_Label_f2e03a6a-a981-4b85-a1ed-8702243fff7b_SetDate">
    <vt:lpwstr>2024-09-24T06:12:20Z</vt:lpwstr>
  </property>
  <property fmtid="{D5CDD505-2E9C-101B-9397-08002B2CF9AE}" pid="11" name="MSIP_Label_f2e03a6a-a981-4b85-a1ed-8702243fff7b_SiteId">
    <vt:lpwstr>77d33cc5-c9b4-4766-95c7-ed5b515e1cce</vt:lpwstr>
  </property>
  <property fmtid="{D5CDD505-2E9C-101B-9397-08002B2CF9AE}" pid="12" name="Producer">
    <vt:lpwstr>Microsoft® PowerPoint® for Microsoft 365</vt:lpwstr>
  </property>
</Properties>
</file>