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86" autoAdjust="0"/>
  </p:normalViewPr>
  <p:slideViewPr>
    <p:cSldViewPr>
      <p:cViewPr varScale="1">
        <p:scale>
          <a:sx n="62" d="100"/>
          <a:sy n="62" d="100"/>
        </p:scale>
        <p:origin x="145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FC689-83F1-4ADC-9E38-4FE48E8F72C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C64B3-6BA1-4A49-979A-BAD343371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54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C64B3-6BA1-4A49-979A-BAD3433716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Aantal dimensies (= variabelen) verminderen ZONDER dat je informatie verliest.</a:t>
            </a:r>
          </a:p>
          <a:p>
            <a:r>
              <a:rPr lang="nl-BE" dirty="0"/>
              <a:t>Realistisch is dat niet lol. Een beetje informatie zal altijd verloren gaan.</a:t>
            </a:r>
          </a:p>
          <a:p>
            <a:endParaRPr lang="nl-BE" dirty="0"/>
          </a:p>
          <a:p>
            <a:r>
              <a:rPr lang="nl-BE" dirty="0" err="1"/>
              <a:t>Dimensionality</a:t>
            </a:r>
            <a:r>
              <a:rPr lang="nl-BE" dirty="0"/>
              <a:t> </a:t>
            </a:r>
            <a:r>
              <a:rPr lang="nl-BE" dirty="0" err="1"/>
              <a:t>reduction</a:t>
            </a:r>
            <a:r>
              <a:rPr lang="nl-BE" dirty="0"/>
              <a:t> = UNSUPERVISED!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C64B3-6BA1-4A49-979A-BAD3433716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15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Principle</a:t>
            </a:r>
            <a:r>
              <a:rPr lang="nl-BE" dirty="0"/>
              <a:t> component analysis: omvormen van variabelen naar PCA!!!</a:t>
            </a:r>
          </a:p>
          <a:p>
            <a:r>
              <a:rPr lang="nl-BE" dirty="0"/>
              <a:t>Maar 1 van de zoveel methoden.</a:t>
            </a:r>
          </a:p>
          <a:p>
            <a:r>
              <a:rPr lang="nl-BE" dirty="0"/>
              <a:t>Je hebt heel veel variabelen die op elkaar lijken: je zoekt naar de variabelen met een hoge correlatie: die variabelen gooi je samen. Je houd enkel de informatie over die interessant is tussen de variabelen.</a:t>
            </a:r>
          </a:p>
          <a:p>
            <a:r>
              <a:rPr lang="nl-BE" dirty="0" err="1"/>
              <a:t>Explained</a:t>
            </a:r>
            <a:r>
              <a:rPr lang="nl-BE" dirty="0"/>
              <a:t> </a:t>
            </a:r>
            <a:r>
              <a:rPr lang="nl-BE" dirty="0" err="1"/>
              <a:t>variance</a:t>
            </a:r>
            <a:r>
              <a:rPr lang="nl-BE" dirty="0"/>
              <a:t>: nuttige informatie. De verschillen in jouw datasets die interessant. Kijken of iets paard of hond is: paar pixels die snuit hond of snuit paard maken, zal het verschil maken: dat is de </a:t>
            </a:r>
            <a:r>
              <a:rPr lang="nl-BE" dirty="0" err="1"/>
              <a:t>explained</a:t>
            </a:r>
            <a:r>
              <a:rPr lang="nl-BE" dirty="0"/>
              <a:t> </a:t>
            </a:r>
            <a:r>
              <a:rPr lang="nl-BE" dirty="0" err="1"/>
              <a:t>variance</a:t>
            </a:r>
            <a:r>
              <a:rPr lang="nl-BE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C64B3-6BA1-4A49-979A-BAD3433716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36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C64B3-6BA1-4A49-979A-BAD3433716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18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138042" y="5842"/>
            <a:ext cx="9051925" cy="6343650"/>
          </a:xfrm>
          <a:custGeom>
            <a:avLst/>
            <a:gdLst/>
            <a:ahLst/>
            <a:cxnLst/>
            <a:rect l="l" t="t" r="r" b="b"/>
            <a:pathLst>
              <a:path w="9051925" h="6343650">
                <a:moveTo>
                  <a:pt x="186690" y="6247879"/>
                </a:moveTo>
                <a:lnTo>
                  <a:pt x="194309" y="6276339"/>
                </a:lnTo>
                <a:lnTo>
                  <a:pt x="444499" y="6343383"/>
                </a:lnTo>
                <a:lnTo>
                  <a:pt x="543179" y="6343383"/>
                </a:lnTo>
                <a:lnTo>
                  <a:pt x="186690" y="6247879"/>
                </a:lnTo>
                <a:close/>
              </a:path>
              <a:path w="9051925" h="6343650">
                <a:moveTo>
                  <a:pt x="301018" y="4943475"/>
                </a:moveTo>
                <a:lnTo>
                  <a:pt x="71627" y="4943475"/>
                </a:lnTo>
                <a:lnTo>
                  <a:pt x="718566" y="5116703"/>
                </a:lnTo>
                <a:lnTo>
                  <a:pt x="947650" y="5055361"/>
                </a:lnTo>
                <a:lnTo>
                  <a:pt x="718566" y="5055361"/>
                </a:lnTo>
                <a:lnTo>
                  <a:pt x="301018" y="4943475"/>
                </a:lnTo>
                <a:close/>
              </a:path>
              <a:path w="9051925" h="6343650">
                <a:moveTo>
                  <a:pt x="1594894" y="4943475"/>
                </a:moveTo>
                <a:lnTo>
                  <a:pt x="1365504" y="4943475"/>
                </a:lnTo>
                <a:lnTo>
                  <a:pt x="2012442" y="5116703"/>
                </a:lnTo>
                <a:lnTo>
                  <a:pt x="2214372" y="5062601"/>
                </a:lnTo>
                <a:lnTo>
                  <a:pt x="2213829" y="5055361"/>
                </a:lnTo>
                <a:lnTo>
                  <a:pt x="2012442" y="5055361"/>
                </a:lnTo>
                <a:lnTo>
                  <a:pt x="1594894" y="4943475"/>
                </a:lnTo>
                <a:close/>
              </a:path>
              <a:path w="9051925" h="6343650">
                <a:moveTo>
                  <a:pt x="1365504" y="4882007"/>
                </a:moveTo>
                <a:lnTo>
                  <a:pt x="718566" y="5055361"/>
                </a:lnTo>
                <a:lnTo>
                  <a:pt x="947650" y="5055361"/>
                </a:lnTo>
                <a:lnTo>
                  <a:pt x="1365504" y="4943475"/>
                </a:lnTo>
                <a:lnTo>
                  <a:pt x="1594894" y="4943475"/>
                </a:lnTo>
                <a:lnTo>
                  <a:pt x="1365504" y="4882007"/>
                </a:lnTo>
                <a:close/>
              </a:path>
              <a:path w="9051925" h="6343650">
                <a:moveTo>
                  <a:pt x="2210054" y="5002403"/>
                </a:moveTo>
                <a:lnTo>
                  <a:pt x="2012442" y="5055361"/>
                </a:lnTo>
                <a:lnTo>
                  <a:pt x="2213829" y="5055361"/>
                </a:lnTo>
                <a:lnTo>
                  <a:pt x="2212117" y="5032502"/>
                </a:lnTo>
                <a:lnTo>
                  <a:pt x="2211050" y="5017452"/>
                </a:lnTo>
                <a:lnTo>
                  <a:pt x="2210054" y="5002403"/>
                </a:lnTo>
                <a:close/>
              </a:path>
              <a:path w="9051925" h="6343650">
                <a:moveTo>
                  <a:pt x="71627" y="4882007"/>
                </a:moveTo>
                <a:lnTo>
                  <a:pt x="1650" y="4900803"/>
                </a:lnTo>
                <a:lnTo>
                  <a:pt x="2667" y="4943475"/>
                </a:lnTo>
                <a:lnTo>
                  <a:pt x="3175" y="4961762"/>
                </a:lnTo>
                <a:lnTo>
                  <a:pt x="71627" y="4943475"/>
                </a:lnTo>
                <a:lnTo>
                  <a:pt x="301018" y="4943475"/>
                </a:lnTo>
                <a:lnTo>
                  <a:pt x="71627" y="4882007"/>
                </a:lnTo>
                <a:close/>
              </a:path>
              <a:path w="9051925" h="6343650">
                <a:moveTo>
                  <a:pt x="72389" y="3822700"/>
                </a:moveTo>
                <a:lnTo>
                  <a:pt x="68816" y="3848100"/>
                </a:lnTo>
                <a:lnTo>
                  <a:pt x="65325" y="3860800"/>
                </a:lnTo>
                <a:lnTo>
                  <a:pt x="61906" y="3886200"/>
                </a:lnTo>
                <a:lnTo>
                  <a:pt x="58546" y="3911600"/>
                </a:lnTo>
                <a:lnTo>
                  <a:pt x="71627" y="3911600"/>
                </a:lnTo>
                <a:lnTo>
                  <a:pt x="718566" y="4076700"/>
                </a:lnTo>
                <a:lnTo>
                  <a:pt x="1066917" y="3987800"/>
                </a:lnTo>
                <a:lnTo>
                  <a:pt x="718566" y="3987800"/>
                </a:lnTo>
                <a:lnTo>
                  <a:pt x="72389" y="3822700"/>
                </a:lnTo>
                <a:close/>
              </a:path>
              <a:path w="9051925" h="6343650">
                <a:moveTo>
                  <a:pt x="1713855" y="3911600"/>
                </a:moveTo>
                <a:lnTo>
                  <a:pt x="1365504" y="3911600"/>
                </a:lnTo>
                <a:lnTo>
                  <a:pt x="2012442" y="4076700"/>
                </a:lnTo>
                <a:lnTo>
                  <a:pt x="2275078" y="4013200"/>
                </a:lnTo>
                <a:lnTo>
                  <a:pt x="2279836" y="3987800"/>
                </a:lnTo>
                <a:lnTo>
                  <a:pt x="2012442" y="3987800"/>
                </a:lnTo>
                <a:lnTo>
                  <a:pt x="1713855" y="3911600"/>
                </a:lnTo>
                <a:close/>
              </a:path>
              <a:path w="9051925" h="6343650">
                <a:moveTo>
                  <a:pt x="1365504" y="3822700"/>
                </a:moveTo>
                <a:lnTo>
                  <a:pt x="718566" y="3987800"/>
                </a:lnTo>
                <a:lnTo>
                  <a:pt x="1066917" y="3987800"/>
                </a:lnTo>
                <a:lnTo>
                  <a:pt x="1365504" y="3911600"/>
                </a:lnTo>
                <a:lnTo>
                  <a:pt x="1713855" y="3911600"/>
                </a:lnTo>
                <a:lnTo>
                  <a:pt x="1365504" y="3822700"/>
                </a:lnTo>
                <a:close/>
              </a:path>
              <a:path w="9051925" h="6343650">
                <a:moveTo>
                  <a:pt x="2295017" y="3911600"/>
                </a:moveTo>
                <a:lnTo>
                  <a:pt x="2012442" y="3987800"/>
                </a:lnTo>
                <a:lnTo>
                  <a:pt x="2279836" y="3987800"/>
                </a:lnTo>
                <a:lnTo>
                  <a:pt x="2284761" y="3962400"/>
                </a:lnTo>
                <a:lnTo>
                  <a:pt x="2289829" y="3937000"/>
                </a:lnTo>
                <a:lnTo>
                  <a:pt x="2295017" y="3911600"/>
                </a:lnTo>
                <a:close/>
              </a:path>
              <a:path w="9051925" h="6343650">
                <a:moveTo>
                  <a:pt x="117982" y="3568700"/>
                </a:moveTo>
                <a:lnTo>
                  <a:pt x="113385" y="3594100"/>
                </a:lnTo>
                <a:lnTo>
                  <a:pt x="108918" y="3606800"/>
                </a:lnTo>
                <a:lnTo>
                  <a:pt x="104570" y="3632200"/>
                </a:lnTo>
                <a:lnTo>
                  <a:pt x="100330" y="3657600"/>
                </a:lnTo>
                <a:lnTo>
                  <a:pt x="718566" y="3822700"/>
                </a:lnTo>
                <a:lnTo>
                  <a:pt x="1088244" y="3721100"/>
                </a:lnTo>
                <a:lnTo>
                  <a:pt x="718566" y="3721100"/>
                </a:lnTo>
                <a:lnTo>
                  <a:pt x="117982" y="3568700"/>
                </a:lnTo>
                <a:close/>
              </a:path>
              <a:path w="9051925" h="6343650">
                <a:moveTo>
                  <a:pt x="1713855" y="3644900"/>
                </a:moveTo>
                <a:lnTo>
                  <a:pt x="1365504" y="3644900"/>
                </a:lnTo>
                <a:lnTo>
                  <a:pt x="2012442" y="3822700"/>
                </a:lnTo>
                <a:lnTo>
                  <a:pt x="2340864" y="3733800"/>
                </a:lnTo>
                <a:lnTo>
                  <a:pt x="2344557" y="3721100"/>
                </a:lnTo>
                <a:lnTo>
                  <a:pt x="2012442" y="3721100"/>
                </a:lnTo>
                <a:lnTo>
                  <a:pt x="1713855" y="3644900"/>
                </a:lnTo>
                <a:close/>
              </a:path>
              <a:path w="9051925" h="6343650">
                <a:moveTo>
                  <a:pt x="1365504" y="3556000"/>
                </a:moveTo>
                <a:lnTo>
                  <a:pt x="718566" y="3721100"/>
                </a:lnTo>
                <a:lnTo>
                  <a:pt x="1088244" y="3721100"/>
                </a:lnTo>
                <a:lnTo>
                  <a:pt x="1365504" y="3644900"/>
                </a:lnTo>
                <a:lnTo>
                  <a:pt x="1713855" y="3644900"/>
                </a:lnTo>
                <a:lnTo>
                  <a:pt x="1365504" y="3556000"/>
                </a:lnTo>
                <a:close/>
              </a:path>
              <a:path w="9051925" h="6343650">
                <a:moveTo>
                  <a:pt x="2371344" y="3632200"/>
                </a:moveTo>
                <a:lnTo>
                  <a:pt x="2012442" y="3721100"/>
                </a:lnTo>
                <a:lnTo>
                  <a:pt x="2344557" y="3721100"/>
                </a:lnTo>
                <a:lnTo>
                  <a:pt x="2348251" y="3708400"/>
                </a:lnTo>
                <a:lnTo>
                  <a:pt x="2355770" y="3683000"/>
                </a:lnTo>
                <a:lnTo>
                  <a:pt x="2363456" y="3657600"/>
                </a:lnTo>
                <a:lnTo>
                  <a:pt x="2371344" y="3632200"/>
                </a:lnTo>
                <a:close/>
              </a:path>
              <a:path w="9051925" h="6343650">
                <a:moveTo>
                  <a:pt x="174117" y="3314700"/>
                </a:moveTo>
                <a:lnTo>
                  <a:pt x="168239" y="3340100"/>
                </a:lnTo>
                <a:lnTo>
                  <a:pt x="162432" y="3365500"/>
                </a:lnTo>
                <a:lnTo>
                  <a:pt x="156721" y="3390900"/>
                </a:lnTo>
                <a:lnTo>
                  <a:pt x="151130" y="3416300"/>
                </a:lnTo>
                <a:lnTo>
                  <a:pt x="718566" y="3568700"/>
                </a:lnTo>
                <a:lnTo>
                  <a:pt x="1134454" y="3454400"/>
                </a:lnTo>
                <a:lnTo>
                  <a:pt x="718566" y="3454400"/>
                </a:lnTo>
                <a:lnTo>
                  <a:pt x="174117" y="3314700"/>
                </a:lnTo>
                <a:close/>
              </a:path>
              <a:path w="9051925" h="6343650">
                <a:moveTo>
                  <a:pt x="1763619" y="3390900"/>
                </a:moveTo>
                <a:lnTo>
                  <a:pt x="1365504" y="3390900"/>
                </a:lnTo>
                <a:lnTo>
                  <a:pt x="2012442" y="3568700"/>
                </a:lnTo>
                <a:lnTo>
                  <a:pt x="2431669" y="3454400"/>
                </a:lnTo>
                <a:lnTo>
                  <a:pt x="2012442" y="3454400"/>
                </a:lnTo>
                <a:lnTo>
                  <a:pt x="1763619" y="3390900"/>
                </a:lnTo>
                <a:close/>
              </a:path>
              <a:path w="9051925" h="6343650">
                <a:moveTo>
                  <a:pt x="1365504" y="3289300"/>
                </a:moveTo>
                <a:lnTo>
                  <a:pt x="718566" y="3454400"/>
                </a:lnTo>
                <a:lnTo>
                  <a:pt x="1134454" y="3454400"/>
                </a:lnTo>
                <a:lnTo>
                  <a:pt x="1365504" y="3390900"/>
                </a:lnTo>
                <a:lnTo>
                  <a:pt x="1763619" y="3390900"/>
                </a:lnTo>
                <a:lnTo>
                  <a:pt x="1365504" y="3289300"/>
                </a:lnTo>
                <a:close/>
              </a:path>
              <a:path w="9051925" h="6343650">
                <a:moveTo>
                  <a:pt x="2475992" y="3340100"/>
                </a:moveTo>
                <a:lnTo>
                  <a:pt x="2012442" y="3454400"/>
                </a:lnTo>
                <a:lnTo>
                  <a:pt x="2431669" y="3454400"/>
                </a:lnTo>
                <a:lnTo>
                  <a:pt x="2442380" y="3416300"/>
                </a:lnTo>
                <a:lnTo>
                  <a:pt x="2453354" y="3390900"/>
                </a:lnTo>
                <a:lnTo>
                  <a:pt x="2464565" y="3365500"/>
                </a:lnTo>
                <a:lnTo>
                  <a:pt x="2475992" y="3340100"/>
                </a:lnTo>
                <a:close/>
              </a:path>
              <a:path w="9051925" h="6343650">
                <a:moveTo>
                  <a:pt x="241172" y="3060700"/>
                </a:moveTo>
                <a:lnTo>
                  <a:pt x="233791" y="3086100"/>
                </a:lnTo>
                <a:lnTo>
                  <a:pt x="226504" y="3111500"/>
                </a:lnTo>
                <a:lnTo>
                  <a:pt x="219313" y="3136900"/>
                </a:lnTo>
                <a:lnTo>
                  <a:pt x="212217" y="3162300"/>
                </a:lnTo>
                <a:lnTo>
                  <a:pt x="718566" y="3302000"/>
                </a:lnTo>
                <a:lnTo>
                  <a:pt x="1134454" y="3187700"/>
                </a:lnTo>
                <a:lnTo>
                  <a:pt x="718566" y="3187700"/>
                </a:lnTo>
                <a:lnTo>
                  <a:pt x="241172" y="3060700"/>
                </a:lnTo>
                <a:close/>
              </a:path>
              <a:path w="9051925" h="6343650">
                <a:moveTo>
                  <a:pt x="1763619" y="3124200"/>
                </a:moveTo>
                <a:lnTo>
                  <a:pt x="1365504" y="3124200"/>
                </a:lnTo>
                <a:lnTo>
                  <a:pt x="2012442" y="3302000"/>
                </a:lnTo>
                <a:lnTo>
                  <a:pt x="2454055" y="3187700"/>
                </a:lnTo>
                <a:lnTo>
                  <a:pt x="2012442" y="3187700"/>
                </a:lnTo>
                <a:lnTo>
                  <a:pt x="1763619" y="3124200"/>
                </a:lnTo>
                <a:close/>
              </a:path>
              <a:path w="9051925" h="6343650">
                <a:moveTo>
                  <a:pt x="1365504" y="3022600"/>
                </a:moveTo>
                <a:lnTo>
                  <a:pt x="718566" y="3187700"/>
                </a:lnTo>
                <a:lnTo>
                  <a:pt x="1134454" y="3187700"/>
                </a:lnTo>
                <a:lnTo>
                  <a:pt x="1365504" y="3124200"/>
                </a:lnTo>
                <a:lnTo>
                  <a:pt x="1763619" y="3124200"/>
                </a:lnTo>
                <a:lnTo>
                  <a:pt x="1365504" y="3022600"/>
                </a:lnTo>
                <a:close/>
              </a:path>
              <a:path w="9051925" h="6343650">
                <a:moveTo>
                  <a:pt x="2613533" y="3035300"/>
                </a:moveTo>
                <a:lnTo>
                  <a:pt x="2012442" y="3187700"/>
                </a:lnTo>
                <a:lnTo>
                  <a:pt x="2454055" y="3187700"/>
                </a:lnTo>
                <a:lnTo>
                  <a:pt x="2552192" y="3162300"/>
                </a:lnTo>
                <a:lnTo>
                  <a:pt x="2567152" y="3124200"/>
                </a:lnTo>
                <a:lnTo>
                  <a:pt x="2582338" y="3098800"/>
                </a:lnTo>
                <a:lnTo>
                  <a:pt x="2597786" y="3060700"/>
                </a:lnTo>
                <a:lnTo>
                  <a:pt x="2613533" y="3035300"/>
                </a:lnTo>
                <a:close/>
              </a:path>
              <a:path w="9051925" h="6343650">
                <a:moveTo>
                  <a:pt x="318896" y="2819400"/>
                </a:moveTo>
                <a:lnTo>
                  <a:pt x="309895" y="2844800"/>
                </a:lnTo>
                <a:lnTo>
                  <a:pt x="300989" y="2870200"/>
                </a:lnTo>
                <a:lnTo>
                  <a:pt x="292179" y="2895600"/>
                </a:lnTo>
                <a:lnTo>
                  <a:pt x="283464" y="2921000"/>
                </a:lnTo>
                <a:lnTo>
                  <a:pt x="718566" y="3048000"/>
                </a:lnTo>
                <a:lnTo>
                  <a:pt x="1180664" y="2921000"/>
                </a:lnTo>
                <a:lnTo>
                  <a:pt x="718566" y="2921000"/>
                </a:lnTo>
                <a:lnTo>
                  <a:pt x="318896" y="2819400"/>
                </a:lnTo>
                <a:close/>
              </a:path>
              <a:path w="9051925" h="6343650">
                <a:moveTo>
                  <a:pt x="1813384" y="2870200"/>
                </a:moveTo>
                <a:lnTo>
                  <a:pt x="1365504" y="2870200"/>
                </a:lnTo>
                <a:lnTo>
                  <a:pt x="2012442" y="3048000"/>
                </a:lnTo>
                <a:lnTo>
                  <a:pt x="2474540" y="2921000"/>
                </a:lnTo>
                <a:lnTo>
                  <a:pt x="2012442" y="2921000"/>
                </a:lnTo>
                <a:lnTo>
                  <a:pt x="1813384" y="2870200"/>
                </a:lnTo>
                <a:close/>
              </a:path>
              <a:path w="9051925" h="6343650">
                <a:moveTo>
                  <a:pt x="1365504" y="2755900"/>
                </a:moveTo>
                <a:lnTo>
                  <a:pt x="718566" y="2921000"/>
                </a:lnTo>
                <a:lnTo>
                  <a:pt x="1180664" y="2921000"/>
                </a:lnTo>
                <a:lnTo>
                  <a:pt x="1365504" y="2870200"/>
                </a:lnTo>
                <a:lnTo>
                  <a:pt x="1813384" y="2870200"/>
                </a:lnTo>
                <a:lnTo>
                  <a:pt x="1365504" y="2755900"/>
                </a:lnTo>
                <a:close/>
              </a:path>
              <a:path w="9051925" h="6343650">
                <a:moveTo>
                  <a:pt x="2659380" y="2755900"/>
                </a:moveTo>
                <a:lnTo>
                  <a:pt x="2012442" y="2921000"/>
                </a:lnTo>
                <a:lnTo>
                  <a:pt x="2474540" y="2921000"/>
                </a:lnTo>
                <a:lnTo>
                  <a:pt x="2659380" y="2870200"/>
                </a:lnTo>
                <a:lnTo>
                  <a:pt x="2702460" y="2870200"/>
                </a:lnTo>
                <a:lnTo>
                  <a:pt x="2709727" y="2857500"/>
                </a:lnTo>
                <a:lnTo>
                  <a:pt x="2724403" y="2832100"/>
                </a:lnTo>
                <a:lnTo>
                  <a:pt x="2739270" y="2806700"/>
                </a:lnTo>
                <a:lnTo>
                  <a:pt x="2754376" y="2781300"/>
                </a:lnTo>
                <a:lnTo>
                  <a:pt x="2659380" y="2755900"/>
                </a:lnTo>
                <a:close/>
              </a:path>
              <a:path w="9051925" h="6343650">
                <a:moveTo>
                  <a:pt x="2702460" y="2870200"/>
                </a:moveTo>
                <a:lnTo>
                  <a:pt x="2659380" y="2870200"/>
                </a:lnTo>
                <a:lnTo>
                  <a:pt x="2695194" y="2882900"/>
                </a:lnTo>
                <a:lnTo>
                  <a:pt x="2702460" y="2870200"/>
                </a:lnTo>
                <a:close/>
              </a:path>
              <a:path w="9051925" h="6343650">
                <a:moveTo>
                  <a:pt x="407543" y="2578100"/>
                </a:moveTo>
                <a:lnTo>
                  <a:pt x="396714" y="2603500"/>
                </a:lnTo>
                <a:lnTo>
                  <a:pt x="385968" y="2628900"/>
                </a:lnTo>
                <a:lnTo>
                  <a:pt x="375342" y="2654300"/>
                </a:lnTo>
                <a:lnTo>
                  <a:pt x="364870" y="2692400"/>
                </a:lnTo>
                <a:lnTo>
                  <a:pt x="718566" y="2781300"/>
                </a:lnTo>
                <a:lnTo>
                  <a:pt x="1180664" y="2654300"/>
                </a:lnTo>
                <a:lnTo>
                  <a:pt x="718566" y="2654300"/>
                </a:lnTo>
                <a:lnTo>
                  <a:pt x="407543" y="2578100"/>
                </a:lnTo>
                <a:close/>
              </a:path>
              <a:path w="9051925" h="6343650">
                <a:moveTo>
                  <a:pt x="1813384" y="2603500"/>
                </a:moveTo>
                <a:lnTo>
                  <a:pt x="1365504" y="2603500"/>
                </a:lnTo>
                <a:lnTo>
                  <a:pt x="2012442" y="2781300"/>
                </a:lnTo>
                <a:lnTo>
                  <a:pt x="2474540" y="2654300"/>
                </a:lnTo>
                <a:lnTo>
                  <a:pt x="2012442" y="2654300"/>
                </a:lnTo>
                <a:lnTo>
                  <a:pt x="1813384" y="2603500"/>
                </a:lnTo>
                <a:close/>
              </a:path>
              <a:path w="9051925" h="6343650">
                <a:moveTo>
                  <a:pt x="1365504" y="2489200"/>
                </a:moveTo>
                <a:lnTo>
                  <a:pt x="718566" y="2654300"/>
                </a:lnTo>
                <a:lnTo>
                  <a:pt x="1180664" y="2654300"/>
                </a:lnTo>
                <a:lnTo>
                  <a:pt x="1365504" y="2603500"/>
                </a:lnTo>
                <a:lnTo>
                  <a:pt x="1813384" y="2603500"/>
                </a:lnTo>
                <a:lnTo>
                  <a:pt x="1365504" y="2489200"/>
                </a:lnTo>
                <a:close/>
              </a:path>
              <a:path w="9051925" h="6343650">
                <a:moveTo>
                  <a:pt x="2659380" y="2489200"/>
                </a:moveTo>
                <a:lnTo>
                  <a:pt x="2012442" y="2654300"/>
                </a:lnTo>
                <a:lnTo>
                  <a:pt x="2474540" y="2654300"/>
                </a:lnTo>
                <a:lnTo>
                  <a:pt x="2659380" y="2603500"/>
                </a:lnTo>
                <a:lnTo>
                  <a:pt x="2867167" y="2603500"/>
                </a:lnTo>
                <a:lnTo>
                  <a:pt x="2885207" y="2578100"/>
                </a:lnTo>
                <a:lnTo>
                  <a:pt x="2903473" y="2552700"/>
                </a:lnTo>
                <a:lnTo>
                  <a:pt x="2659380" y="2489200"/>
                </a:lnTo>
                <a:close/>
              </a:path>
              <a:path w="9051925" h="6343650">
                <a:moveTo>
                  <a:pt x="2867167" y="2603500"/>
                </a:moveTo>
                <a:lnTo>
                  <a:pt x="2659380" y="2603500"/>
                </a:lnTo>
                <a:lnTo>
                  <a:pt x="2831719" y="2654300"/>
                </a:lnTo>
                <a:lnTo>
                  <a:pt x="2849342" y="2628900"/>
                </a:lnTo>
                <a:lnTo>
                  <a:pt x="2867167" y="2603500"/>
                </a:lnTo>
                <a:close/>
              </a:path>
              <a:path w="9051925" h="6343650">
                <a:moveTo>
                  <a:pt x="507110" y="2336800"/>
                </a:moveTo>
                <a:lnTo>
                  <a:pt x="494250" y="2362200"/>
                </a:lnTo>
                <a:lnTo>
                  <a:pt x="481568" y="2387600"/>
                </a:lnTo>
                <a:lnTo>
                  <a:pt x="469052" y="2425700"/>
                </a:lnTo>
                <a:lnTo>
                  <a:pt x="456692" y="2451100"/>
                </a:lnTo>
                <a:lnTo>
                  <a:pt x="718566" y="2527300"/>
                </a:lnTo>
                <a:lnTo>
                  <a:pt x="1226874" y="2387600"/>
                </a:lnTo>
                <a:lnTo>
                  <a:pt x="718566" y="2387600"/>
                </a:lnTo>
                <a:lnTo>
                  <a:pt x="507110" y="2336800"/>
                </a:lnTo>
                <a:close/>
              </a:path>
              <a:path w="9051925" h="6343650">
                <a:moveTo>
                  <a:pt x="1863148" y="2349500"/>
                </a:moveTo>
                <a:lnTo>
                  <a:pt x="1365504" y="2349500"/>
                </a:lnTo>
                <a:lnTo>
                  <a:pt x="2012442" y="2527300"/>
                </a:lnTo>
                <a:lnTo>
                  <a:pt x="2520750" y="2387600"/>
                </a:lnTo>
                <a:lnTo>
                  <a:pt x="2012442" y="2387600"/>
                </a:lnTo>
                <a:lnTo>
                  <a:pt x="1863148" y="2349500"/>
                </a:lnTo>
                <a:close/>
              </a:path>
              <a:path w="9051925" h="6343650">
                <a:moveTo>
                  <a:pt x="3050921" y="2349500"/>
                </a:moveTo>
                <a:lnTo>
                  <a:pt x="2659380" y="2349500"/>
                </a:lnTo>
                <a:lnTo>
                  <a:pt x="2986912" y="2438400"/>
                </a:lnTo>
                <a:lnTo>
                  <a:pt x="3008042" y="2413000"/>
                </a:lnTo>
                <a:lnTo>
                  <a:pt x="3029362" y="2387600"/>
                </a:lnTo>
                <a:lnTo>
                  <a:pt x="3050921" y="2349500"/>
                </a:lnTo>
                <a:close/>
              </a:path>
              <a:path w="9051925" h="6343650">
                <a:moveTo>
                  <a:pt x="1365504" y="2222500"/>
                </a:moveTo>
                <a:lnTo>
                  <a:pt x="718566" y="2387600"/>
                </a:lnTo>
                <a:lnTo>
                  <a:pt x="1226874" y="2387600"/>
                </a:lnTo>
                <a:lnTo>
                  <a:pt x="1365504" y="2349500"/>
                </a:lnTo>
                <a:lnTo>
                  <a:pt x="1863148" y="2349500"/>
                </a:lnTo>
                <a:lnTo>
                  <a:pt x="1365504" y="2222500"/>
                </a:lnTo>
                <a:close/>
              </a:path>
              <a:path w="9051925" h="6343650">
                <a:moveTo>
                  <a:pt x="2659380" y="2222500"/>
                </a:moveTo>
                <a:lnTo>
                  <a:pt x="2012442" y="2387600"/>
                </a:lnTo>
                <a:lnTo>
                  <a:pt x="2520750" y="2387600"/>
                </a:lnTo>
                <a:lnTo>
                  <a:pt x="2659380" y="2349500"/>
                </a:lnTo>
                <a:lnTo>
                  <a:pt x="3050921" y="2349500"/>
                </a:lnTo>
                <a:lnTo>
                  <a:pt x="3072765" y="2324100"/>
                </a:lnTo>
                <a:lnTo>
                  <a:pt x="2659380" y="2222500"/>
                </a:lnTo>
                <a:close/>
              </a:path>
              <a:path w="9051925" h="6343650">
                <a:moveTo>
                  <a:pt x="9051671" y="2235200"/>
                </a:moveTo>
                <a:lnTo>
                  <a:pt x="8936990" y="2273300"/>
                </a:lnTo>
                <a:lnTo>
                  <a:pt x="8959542" y="2298700"/>
                </a:lnTo>
                <a:lnTo>
                  <a:pt x="8981868" y="2324100"/>
                </a:lnTo>
                <a:lnTo>
                  <a:pt x="9003980" y="2349500"/>
                </a:lnTo>
                <a:lnTo>
                  <a:pt x="9025890" y="2374900"/>
                </a:lnTo>
                <a:lnTo>
                  <a:pt x="9051671" y="2374900"/>
                </a:lnTo>
                <a:lnTo>
                  <a:pt x="9051671" y="2235200"/>
                </a:lnTo>
                <a:close/>
              </a:path>
              <a:path w="9051925" h="6343650">
                <a:moveTo>
                  <a:pt x="617728" y="2095500"/>
                </a:moveTo>
                <a:lnTo>
                  <a:pt x="602771" y="2133600"/>
                </a:lnTo>
                <a:lnTo>
                  <a:pt x="587994" y="2159000"/>
                </a:lnTo>
                <a:lnTo>
                  <a:pt x="573383" y="2184400"/>
                </a:lnTo>
                <a:lnTo>
                  <a:pt x="558927" y="2222500"/>
                </a:lnTo>
                <a:lnTo>
                  <a:pt x="718566" y="2260600"/>
                </a:lnTo>
                <a:lnTo>
                  <a:pt x="1265975" y="2120900"/>
                </a:lnTo>
                <a:lnTo>
                  <a:pt x="718566" y="2120900"/>
                </a:lnTo>
                <a:lnTo>
                  <a:pt x="617728" y="2095500"/>
                </a:lnTo>
                <a:close/>
              </a:path>
              <a:path w="9051925" h="6343650">
                <a:moveTo>
                  <a:pt x="1912913" y="2095500"/>
                </a:moveTo>
                <a:lnTo>
                  <a:pt x="1365504" y="2095500"/>
                </a:lnTo>
                <a:lnTo>
                  <a:pt x="2012442" y="2260600"/>
                </a:lnTo>
                <a:lnTo>
                  <a:pt x="2559851" y="2120900"/>
                </a:lnTo>
                <a:lnTo>
                  <a:pt x="2012442" y="2120900"/>
                </a:lnTo>
                <a:lnTo>
                  <a:pt x="1912913" y="2095500"/>
                </a:lnTo>
                <a:close/>
              </a:path>
              <a:path w="9051925" h="6343650">
                <a:moveTo>
                  <a:pt x="3213872" y="2095500"/>
                </a:moveTo>
                <a:lnTo>
                  <a:pt x="2659380" y="2095500"/>
                </a:lnTo>
                <a:lnTo>
                  <a:pt x="3162299" y="2222500"/>
                </a:lnTo>
                <a:lnTo>
                  <a:pt x="3187378" y="2197100"/>
                </a:lnTo>
                <a:lnTo>
                  <a:pt x="3212719" y="2171700"/>
                </a:lnTo>
                <a:lnTo>
                  <a:pt x="3238345" y="2146300"/>
                </a:lnTo>
                <a:lnTo>
                  <a:pt x="3264280" y="2108200"/>
                </a:lnTo>
                <a:lnTo>
                  <a:pt x="3213872" y="2095500"/>
                </a:lnTo>
                <a:close/>
              </a:path>
              <a:path w="9051925" h="6343650">
                <a:moveTo>
                  <a:pt x="9051671" y="1968500"/>
                </a:moveTo>
                <a:lnTo>
                  <a:pt x="8739124" y="2057400"/>
                </a:lnTo>
                <a:lnTo>
                  <a:pt x="8765917" y="2082800"/>
                </a:lnTo>
                <a:lnTo>
                  <a:pt x="8792400" y="2108200"/>
                </a:lnTo>
                <a:lnTo>
                  <a:pt x="8818598" y="2133600"/>
                </a:lnTo>
                <a:lnTo>
                  <a:pt x="8844534" y="2171700"/>
                </a:lnTo>
                <a:lnTo>
                  <a:pt x="9051671" y="2108200"/>
                </a:lnTo>
                <a:lnTo>
                  <a:pt x="9051671" y="1968500"/>
                </a:lnTo>
                <a:close/>
              </a:path>
              <a:path w="9051925" h="6343650">
                <a:moveTo>
                  <a:pt x="1365504" y="1955800"/>
                </a:moveTo>
                <a:lnTo>
                  <a:pt x="718566" y="2120900"/>
                </a:lnTo>
                <a:lnTo>
                  <a:pt x="1265975" y="2120900"/>
                </a:lnTo>
                <a:lnTo>
                  <a:pt x="1365504" y="2095500"/>
                </a:lnTo>
                <a:lnTo>
                  <a:pt x="1912913" y="2095500"/>
                </a:lnTo>
                <a:lnTo>
                  <a:pt x="1365504" y="1955800"/>
                </a:lnTo>
                <a:close/>
              </a:path>
              <a:path w="9051925" h="6343650">
                <a:moveTo>
                  <a:pt x="2659380" y="1955800"/>
                </a:moveTo>
                <a:lnTo>
                  <a:pt x="2012442" y="2120900"/>
                </a:lnTo>
                <a:lnTo>
                  <a:pt x="2559851" y="2120900"/>
                </a:lnTo>
                <a:lnTo>
                  <a:pt x="2659380" y="2095500"/>
                </a:lnTo>
                <a:lnTo>
                  <a:pt x="3213872" y="2095500"/>
                </a:lnTo>
                <a:lnTo>
                  <a:pt x="2659380" y="1955800"/>
                </a:lnTo>
                <a:close/>
              </a:path>
              <a:path w="9051925" h="6343650">
                <a:moveTo>
                  <a:pt x="1365504" y="1689100"/>
                </a:moveTo>
                <a:lnTo>
                  <a:pt x="747014" y="1854200"/>
                </a:lnTo>
                <a:lnTo>
                  <a:pt x="708945" y="1917700"/>
                </a:lnTo>
                <a:lnTo>
                  <a:pt x="690256" y="1955800"/>
                </a:lnTo>
                <a:lnTo>
                  <a:pt x="671830" y="1993900"/>
                </a:lnTo>
                <a:lnTo>
                  <a:pt x="718566" y="2006600"/>
                </a:lnTo>
                <a:lnTo>
                  <a:pt x="1365504" y="1828800"/>
                </a:lnTo>
                <a:lnTo>
                  <a:pt x="1912913" y="1828800"/>
                </a:lnTo>
                <a:lnTo>
                  <a:pt x="1365504" y="1689100"/>
                </a:lnTo>
                <a:close/>
              </a:path>
              <a:path w="9051925" h="6343650">
                <a:moveTo>
                  <a:pt x="1912913" y="1828800"/>
                </a:moveTo>
                <a:lnTo>
                  <a:pt x="1365504" y="1828800"/>
                </a:lnTo>
                <a:lnTo>
                  <a:pt x="2012442" y="2006600"/>
                </a:lnTo>
                <a:lnTo>
                  <a:pt x="2566960" y="1854200"/>
                </a:lnTo>
                <a:lnTo>
                  <a:pt x="2012442" y="1854200"/>
                </a:lnTo>
                <a:lnTo>
                  <a:pt x="1912913" y="1828800"/>
                </a:lnTo>
                <a:close/>
              </a:path>
              <a:path w="9051925" h="6343650">
                <a:moveTo>
                  <a:pt x="3206789" y="1828800"/>
                </a:moveTo>
                <a:lnTo>
                  <a:pt x="2659380" y="1828800"/>
                </a:lnTo>
                <a:lnTo>
                  <a:pt x="3306318" y="2006600"/>
                </a:lnTo>
                <a:lnTo>
                  <a:pt x="3400932" y="1981200"/>
                </a:lnTo>
                <a:lnTo>
                  <a:pt x="3439994" y="1943100"/>
                </a:lnTo>
                <a:lnTo>
                  <a:pt x="3479574" y="1905000"/>
                </a:lnTo>
                <a:lnTo>
                  <a:pt x="3519662" y="1866900"/>
                </a:lnTo>
                <a:lnTo>
                  <a:pt x="3533190" y="1854200"/>
                </a:lnTo>
                <a:lnTo>
                  <a:pt x="3306318" y="1854200"/>
                </a:lnTo>
                <a:lnTo>
                  <a:pt x="3206789" y="1828800"/>
                </a:lnTo>
                <a:close/>
              </a:path>
              <a:path w="9051925" h="6343650">
                <a:moveTo>
                  <a:pt x="9051671" y="1701800"/>
                </a:moveTo>
                <a:lnTo>
                  <a:pt x="8515223" y="1854200"/>
                </a:lnTo>
                <a:lnTo>
                  <a:pt x="8578389" y="1905000"/>
                </a:lnTo>
                <a:lnTo>
                  <a:pt x="8640317" y="1955800"/>
                </a:lnTo>
                <a:lnTo>
                  <a:pt x="9051671" y="1854200"/>
                </a:lnTo>
                <a:lnTo>
                  <a:pt x="9051671" y="1701800"/>
                </a:lnTo>
                <a:close/>
              </a:path>
              <a:path w="9051925" h="6343650">
                <a:moveTo>
                  <a:pt x="2659380" y="1689100"/>
                </a:moveTo>
                <a:lnTo>
                  <a:pt x="2012442" y="1854200"/>
                </a:lnTo>
                <a:lnTo>
                  <a:pt x="2566960" y="1854200"/>
                </a:lnTo>
                <a:lnTo>
                  <a:pt x="2659380" y="1828800"/>
                </a:lnTo>
                <a:lnTo>
                  <a:pt x="3206789" y="1828800"/>
                </a:lnTo>
                <a:lnTo>
                  <a:pt x="2659380" y="1689100"/>
                </a:lnTo>
                <a:close/>
              </a:path>
              <a:path w="9051925" h="6343650">
                <a:moveTo>
                  <a:pt x="3642867" y="1765300"/>
                </a:moveTo>
                <a:lnTo>
                  <a:pt x="3306318" y="1854200"/>
                </a:lnTo>
                <a:lnTo>
                  <a:pt x="3533190" y="1854200"/>
                </a:lnTo>
                <a:lnTo>
                  <a:pt x="3560247" y="1828800"/>
                </a:lnTo>
                <a:lnTo>
                  <a:pt x="3601319" y="1803400"/>
                </a:lnTo>
                <a:lnTo>
                  <a:pt x="3642867" y="1765300"/>
                </a:lnTo>
                <a:close/>
              </a:path>
              <a:path w="9051925" h="6343650">
                <a:moveTo>
                  <a:pt x="1962677" y="1574800"/>
                </a:moveTo>
                <a:lnTo>
                  <a:pt x="1365504" y="1574800"/>
                </a:lnTo>
                <a:lnTo>
                  <a:pt x="2012442" y="1739900"/>
                </a:lnTo>
                <a:lnTo>
                  <a:pt x="2609615" y="1587500"/>
                </a:lnTo>
                <a:lnTo>
                  <a:pt x="2012442" y="1587500"/>
                </a:lnTo>
                <a:lnTo>
                  <a:pt x="1962677" y="1574800"/>
                </a:lnTo>
                <a:close/>
              </a:path>
              <a:path w="9051925" h="6343650">
                <a:moveTo>
                  <a:pt x="3256553" y="1574800"/>
                </a:moveTo>
                <a:lnTo>
                  <a:pt x="2659380" y="1574800"/>
                </a:lnTo>
                <a:lnTo>
                  <a:pt x="3306318" y="1739900"/>
                </a:lnTo>
                <a:lnTo>
                  <a:pt x="3887088" y="1587500"/>
                </a:lnTo>
                <a:lnTo>
                  <a:pt x="3306318" y="1587500"/>
                </a:lnTo>
                <a:lnTo>
                  <a:pt x="3256553" y="1574800"/>
                </a:lnTo>
                <a:close/>
              </a:path>
              <a:path w="9051925" h="6343650">
                <a:moveTo>
                  <a:pt x="7951215" y="1447800"/>
                </a:moveTo>
                <a:lnTo>
                  <a:pt x="8082722" y="1524000"/>
                </a:lnTo>
                <a:lnTo>
                  <a:pt x="8125780" y="1562100"/>
                </a:lnTo>
                <a:lnTo>
                  <a:pt x="8252551" y="1638300"/>
                </a:lnTo>
                <a:lnTo>
                  <a:pt x="8293989" y="1676400"/>
                </a:lnTo>
                <a:lnTo>
                  <a:pt x="8335009" y="1701800"/>
                </a:lnTo>
                <a:lnTo>
                  <a:pt x="8481567" y="1739900"/>
                </a:lnTo>
                <a:lnTo>
                  <a:pt x="9051671" y="1587500"/>
                </a:lnTo>
                <a:lnTo>
                  <a:pt x="8481567" y="1587500"/>
                </a:lnTo>
                <a:lnTo>
                  <a:pt x="7951215" y="1447800"/>
                </a:lnTo>
                <a:close/>
              </a:path>
              <a:path w="9051925" h="6343650">
                <a:moveTo>
                  <a:pt x="1365504" y="1422400"/>
                </a:moveTo>
                <a:lnTo>
                  <a:pt x="935101" y="1536700"/>
                </a:lnTo>
                <a:lnTo>
                  <a:pt x="906716" y="1574800"/>
                </a:lnTo>
                <a:lnTo>
                  <a:pt x="878713" y="1625600"/>
                </a:lnTo>
                <a:lnTo>
                  <a:pt x="851090" y="1663700"/>
                </a:lnTo>
                <a:lnTo>
                  <a:pt x="823848" y="1714500"/>
                </a:lnTo>
                <a:lnTo>
                  <a:pt x="1365504" y="1574800"/>
                </a:lnTo>
                <a:lnTo>
                  <a:pt x="1962677" y="1574800"/>
                </a:lnTo>
                <a:lnTo>
                  <a:pt x="1365504" y="1422400"/>
                </a:lnTo>
                <a:close/>
              </a:path>
              <a:path w="9051925" h="6343650">
                <a:moveTo>
                  <a:pt x="2659380" y="1422400"/>
                </a:moveTo>
                <a:lnTo>
                  <a:pt x="2012442" y="1587500"/>
                </a:lnTo>
                <a:lnTo>
                  <a:pt x="2609615" y="1587500"/>
                </a:lnTo>
                <a:lnTo>
                  <a:pt x="2659380" y="1574800"/>
                </a:lnTo>
                <a:lnTo>
                  <a:pt x="3256553" y="1574800"/>
                </a:lnTo>
                <a:lnTo>
                  <a:pt x="2659380" y="1422400"/>
                </a:lnTo>
                <a:close/>
              </a:path>
              <a:path w="9051925" h="6343650">
                <a:moveTo>
                  <a:pt x="3953129" y="1422400"/>
                </a:moveTo>
                <a:lnTo>
                  <a:pt x="3306318" y="1587500"/>
                </a:lnTo>
                <a:lnTo>
                  <a:pt x="3887088" y="1587500"/>
                </a:lnTo>
                <a:lnTo>
                  <a:pt x="4011630" y="1511300"/>
                </a:lnTo>
                <a:lnTo>
                  <a:pt x="4096384" y="1460500"/>
                </a:lnTo>
                <a:lnTo>
                  <a:pt x="3953129" y="1422400"/>
                </a:lnTo>
                <a:close/>
              </a:path>
              <a:path w="9051925" h="6343650">
                <a:moveTo>
                  <a:pt x="9051671" y="1435100"/>
                </a:moveTo>
                <a:lnTo>
                  <a:pt x="8481567" y="1587500"/>
                </a:lnTo>
                <a:lnTo>
                  <a:pt x="9051671" y="1587500"/>
                </a:lnTo>
                <a:lnTo>
                  <a:pt x="9051671" y="1435100"/>
                </a:lnTo>
                <a:close/>
              </a:path>
              <a:path w="9051925" h="6343650">
                <a:moveTo>
                  <a:pt x="1962677" y="1308100"/>
                </a:moveTo>
                <a:lnTo>
                  <a:pt x="1365504" y="1308100"/>
                </a:lnTo>
                <a:lnTo>
                  <a:pt x="2012442" y="1485900"/>
                </a:lnTo>
                <a:lnTo>
                  <a:pt x="2613170" y="1320800"/>
                </a:lnTo>
                <a:lnTo>
                  <a:pt x="2012442" y="1320800"/>
                </a:lnTo>
                <a:lnTo>
                  <a:pt x="1962677" y="1308100"/>
                </a:lnTo>
                <a:close/>
              </a:path>
              <a:path w="9051925" h="6343650">
                <a:moveTo>
                  <a:pt x="3256553" y="1308100"/>
                </a:moveTo>
                <a:lnTo>
                  <a:pt x="2659380" y="1308100"/>
                </a:lnTo>
                <a:lnTo>
                  <a:pt x="3306318" y="1485900"/>
                </a:lnTo>
                <a:lnTo>
                  <a:pt x="3906928" y="1320800"/>
                </a:lnTo>
                <a:lnTo>
                  <a:pt x="3306318" y="1320800"/>
                </a:lnTo>
                <a:lnTo>
                  <a:pt x="3256553" y="1308100"/>
                </a:lnTo>
                <a:close/>
              </a:path>
              <a:path w="9051925" h="6343650">
                <a:moveTo>
                  <a:pt x="8431803" y="1308100"/>
                </a:moveTo>
                <a:lnTo>
                  <a:pt x="7834630" y="1308100"/>
                </a:lnTo>
                <a:lnTo>
                  <a:pt x="8481567" y="1485900"/>
                </a:lnTo>
                <a:lnTo>
                  <a:pt x="9051671" y="1333500"/>
                </a:lnTo>
                <a:lnTo>
                  <a:pt x="9051671" y="1320800"/>
                </a:lnTo>
                <a:lnTo>
                  <a:pt x="8481567" y="1320800"/>
                </a:lnTo>
                <a:lnTo>
                  <a:pt x="8431803" y="1308100"/>
                </a:lnTo>
                <a:close/>
              </a:path>
              <a:path w="9051925" h="6343650">
                <a:moveTo>
                  <a:pt x="1365504" y="1155700"/>
                </a:moveTo>
                <a:lnTo>
                  <a:pt x="1157605" y="1206500"/>
                </a:lnTo>
                <a:lnTo>
                  <a:pt x="1129549" y="1244600"/>
                </a:lnTo>
                <a:lnTo>
                  <a:pt x="1101773" y="1282700"/>
                </a:lnTo>
                <a:lnTo>
                  <a:pt x="1074284" y="1320800"/>
                </a:lnTo>
                <a:lnTo>
                  <a:pt x="1047088" y="1358900"/>
                </a:lnTo>
                <a:lnTo>
                  <a:pt x="1020191" y="1397000"/>
                </a:lnTo>
                <a:lnTo>
                  <a:pt x="1365504" y="1308100"/>
                </a:lnTo>
                <a:lnTo>
                  <a:pt x="1962677" y="1308100"/>
                </a:lnTo>
                <a:lnTo>
                  <a:pt x="1365504" y="1155700"/>
                </a:lnTo>
                <a:close/>
              </a:path>
              <a:path w="9051925" h="6343650">
                <a:moveTo>
                  <a:pt x="4371476" y="1308100"/>
                </a:moveTo>
                <a:lnTo>
                  <a:pt x="3953129" y="1308100"/>
                </a:lnTo>
                <a:lnTo>
                  <a:pt x="4226179" y="1384300"/>
                </a:lnTo>
                <a:lnTo>
                  <a:pt x="4308763" y="1333500"/>
                </a:lnTo>
                <a:lnTo>
                  <a:pt x="4350482" y="1320800"/>
                </a:lnTo>
                <a:lnTo>
                  <a:pt x="4371476" y="1308100"/>
                </a:lnTo>
                <a:close/>
              </a:path>
              <a:path w="9051925" h="6343650">
                <a:moveTo>
                  <a:pt x="7834630" y="1155700"/>
                </a:moveTo>
                <a:lnTo>
                  <a:pt x="7522463" y="1231900"/>
                </a:lnTo>
                <a:lnTo>
                  <a:pt x="7566722" y="1257300"/>
                </a:lnTo>
                <a:lnTo>
                  <a:pt x="7610658" y="1270000"/>
                </a:lnTo>
                <a:lnTo>
                  <a:pt x="7654283" y="1295400"/>
                </a:lnTo>
                <a:lnTo>
                  <a:pt x="7697610" y="1308100"/>
                </a:lnTo>
                <a:lnTo>
                  <a:pt x="7740650" y="1333500"/>
                </a:lnTo>
                <a:lnTo>
                  <a:pt x="7834630" y="1308100"/>
                </a:lnTo>
                <a:lnTo>
                  <a:pt x="8431803" y="1308100"/>
                </a:lnTo>
                <a:lnTo>
                  <a:pt x="7834630" y="1155700"/>
                </a:lnTo>
                <a:close/>
              </a:path>
              <a:path w="9051925" h="6343650">
                <a:moveTo>
                  <a:pt x="2659380" y="1155700"/>
                </a:moveTo>
                <a:lnTo>
                  <a:pt x="2012442" y="1320800"/>
                </a:lnTo>
                <a:lnTo>
                  <a:pt x="2613170" y="1320800"/>
                </a:lnTo>
                <a:lnTo>
                  <a:pt x="2659380" y="1308100"/>
                </a:lnTo>
                <a:lnTo>
                  <a:pt x="3256553" y="1308100"/>
                </a:lnTo>
                <a:lnTo>
                  <a:pt x="2659380" y="1155700"/>
                </a:lnTo>
                <a:close/>
              </a:path>
              <a:path w="9051925" h="6343650">
                <a:moveTo>
                  <a:pt x="3953129" y="1155700"/>
                </a:moveTo>
                <a:lnTo>
                  <a:pt x="3306318" y="1320800"/>
                </a:lnTo>
                <a:lnTo>
                  <a:pt x="3906928" y="1320800"/>
                </a:lnTo>
                <a:lnTo>
                  <a:pt x="3953129" y="1308100"/>
                </a:lnTo>
                <a:lnTo>
                  <a:pt x="4371476" y="1308100"/>
                </a:lnTo>
                <a:lnTo>
                  <a:pt x="4392469" y="1295400"/>
                </a:lnTo>
                <a:lnTo>
                  <a:pt x="4434712" y="1282700"/>
                </a:lnTo>
                <a:lnTo>
                  <a:pt x="3953129" y="1155700"/>
                </a:lnTo>
                <a:close/>
              </a:path>
              <a:path w="9051925" h="6343650">
                <a:moveTo>
                  <a:pt x="9051671" y="1168400"/>
                </a:moveTo>
                <a:lnTo>
                  <a:pt x="8481567" y="1320800"/>
                </a:lnTo>
                <a:lnTo>
                  <a:pt x="9051671" y="1320800"/>
                </a:lnTo>
                <a:lnTo>
                  <a:pt x="9051671" y="1168400"/>
                </a:lnTo>
                <a:close/>
              </a:path>
              <a:path w="9051925" h="6343650">
                <a:moveTo>
                  <a:pt x="2659380" y="1054100"/>
                </a:moveTo>
                <a:lnTo>
                  <a:pt x="1365504" y="1054100"/>
                </a:lnTo>
                <a:lnTo>
                  <a:pt x="2012442" y="1219200"/>
                </a:lnTo>
                <a:lnTo>
                  <a:pt x="2659380" y="1054100"/>
                </a:lnTo>
                <a:close/>
              </a:path>
              <a:path w="9051925" h="6343650">
                <a:moveTo>
                  <a:pt x="3953129" y="1054100"/>
                </a:moveTo>
                <a:lnTo>
                  <a:pt x="2659380" y="1054100"/>
                </a:lnTo>
                <a:lnTo>
                  <a:pt x="3306318" y="1219200"/>
                </a:lnTo>
                <a:lnTo>
                  <a:pt x="3953129" y="1054100"/>
                </a:lnTo>
                <a:close/>
              </a:path>
              <a:path w="9051925" h="6343650">
                <a:moveTo>
                  <a:pt x="5247005" y="889000"/>
                </a:moveTo>
                <a:lnTo>
                  <a:pt x="4600066" y="1054100"/>
                </a:lnTo>
                <a:lnTo>
                  <a:pt x="3953129" y="1054100"/>
                </a:lnTo>
                <a:lnTo>
                  <a:pt x="4578096" y="1219200"/>
                </a:lnTo>
                <a:lnTo>
                  <a:pt x="4623847" y="1193800"/>
                </a:lnTo>
                <a:lnTo>
                  <a:pt x="4716213" y="1168400"/>
                </a:lnTo>
                <a:lnTo>
                  <a:pt x="4762819" y="1143000"/>
                </a:lnTo>
                <a:lnTo>
                  <a:pt x="4904272" y="1104900"/>
                </a:lnTo>
                <a:lnTo>
                  <a:pt x="4951955" y="1079500"/>
                </a:lnTo>
                <a:lnTo>
                  <a:pt x="5145225" y="1028700"/>
                </a:lnTo>
                <a:lnTo>
                  <a:pt x="5194155" y="1028700"/>
                </a:lnTo>
                <a:lnTo>
                  <a:pt x="5342347" y="990600"/>
                </a:lnTo>
                <a:lnTo>
                  <a:pt x="5392197" y="990600"/>
                </a:lnTo>
                <a:lnTo>
                  <a:pt x="5492548" y="965200"/>
                </a:lnTo>
                <a:lnTo>
                  <a:pt x="5543041" y="965200"/>
                </a:lnTo>
                <a:lnTo>
                  <a:pt x="5247005" y="889000"/>
                </a:lnTo>
                <a:close/>
              </a:path>
              <a:path w="9051925" h="6343650">
                <a:moveTo>
                  <a:pt x="9051671" y="901700"/>
                </a:moveTo>
                <a:lnTo>
                  <a:pt x="8481567" y="1054100"/>
                </a:lnTo>
                <a:lnTo>
                  <a:pt x="7834630" y="1054100"/>
                </a:lnTo>
                <a:lnTo>
                  <a:pt x="8481567" y="1219200"/>
                </a:lnTo>
                <a:lnTo>
                  <a:pt x="9051671" y="1066800"/>
                </a:lnTo>
                <a:lnTo>
                  <a:pt x="9051671" y="901700"/>
                </a:lnTo>
                <a:close/>
              </a:path>
              <a:path w="9051925" h="6343650">
                <a:moveTo>
                  <a:pt x="6540881" y="889000"/>
                </a:moveTo>
                <a:lnTo>
                  <a:pt x="6318884" y="939800"/>
                </a:lnTo>
                <a:lnTo>
                  <a:pt x="6371326" y="952500"/>
                </a:lnTo>
                <a:lnTo>
                  <a:pt x="6475595" y="952500"/>
                </a:lnTo>
                <a:lnTo>
                  <a:pt x="6527413" y="965200"/>
                </a:lnTo>
                <a:lnTo>
                  <a:pt x="6579013" y="965200"/>
                </a:lnTo>
                <a:lnTo>
                  <a:pt x="6681545" y="990600"/>
                </a:lnTo>
                <a:lnTo>
                  <a:pt x="6732466" y="990600"/>
                </a:lnTo>
                <a:lnTo>
                  <a:pt x="7227966" y="1117600"/>
                </a:lnTo>
                <a:lnTo>
                  <a:pt x="7276043" y="1143000"/>
                </a:lnTo>
                <a:lnTo>
                  <a:pt x="7371333" y="1168400"/>
                </a:lnTo>
                <a:lnTo>
                  <a:pt x="7834630" y="1054100"/>
                </a:lnTo>
                <a:lnTo>
                  <a:pt x="7187691" y="1054100"/>
                </a:lnTo>
                <a:lnTo>
                  <a:pt x="6540881" y="889000"/>
                </a:lnTo>
                <a:close/>
              </a:path>
              <a:path w="9051925" h="6343650">
                <a:moveTo>
                  <a:pt x="1402460" y="889000"/>
                </a:moveTo>
                <a:lnTo>
                  <a:pt x="1371827" y="927100"/>
                </a:lnTo>
                <a:lnTo>
                  <a:pt x="1341492" y="965200"/>
                </a:lnTo>
                <a:lnTo>
                  <a:pt x="1311450" y="1003300"/>
                </a:lnTo>
                <a:lnTo>
                  <a:pt x="1281695" y="1041400"/>
                </a:lnTo>
                <a:lnTo>
                  <a:pt x="1252220" y="1079500"/>
                </a:lnTo>
                <a:lnTo>
                  <a:pt x="1365504" y="1054100"/>
                </a:lnTo>
                <a:lnTo>
                  <a:pt x="2012442" y="1054100"/>
                </a:lnTo>
                <a:lnTo>
                  <a:pt x="1402460" y="889000"/>
                </a:lnTo>
                <a:close/>
              </a:path>
              <a:path w="9051925" h="6343650">
                <a:moveTo>
                  <a:pt x="2659380" y="889000"/>
                </a:moveTo>
                <a:lnTo>
                  <a:pt x="2012442" y="1054100"/>
                </a:lnTo>
                <a:lnTo>
                  <a:pt x="3306318" y="1054100"/>
                </a:lnTo>
                <a:lnTo>
                  <a:pt x="2659380" y="889000"/>
                </a:lnTo>
                <a:close/>
              </a:path>
              <a:path w="9051925" h="6343650">
                <a:moveTo>
                  <a:pt x="3953129" y="889000"/>
                </a:moveTo>
                <a:lnTo>
                  <a:pt x="3306318" y="1054100"/>
                </a:lnTo>
                <a:lnTo>
                  <a:pt x="4600066" y="1054100"/>
                </a:lnTo>
                <a:lnTo>
                  <a:pt x="3953129" y="889000"/>
                </a:lnTo>
                <a:close/>
              </a:path>
              <a:path w="9051925" h="6343650">
                <a:moveTo>
                  <a:pt x="7834630" y="889000"/>
                </a:moveTo>
                <a:lnTo>
                  <a:pt x="7187691" y="1054100"/>
                </a:lnTo>
                <a:lnTo>
                  <a:pt x="8481567" y="1054100"/>
                </a:lnTo>
                <a:lnTo>
                  <a:pt x="7834630" y="889000"/>
                </a:lnTo>
                <a:close/>
              </a:path>
              <a:path w="9051925" h="6343650">
                <a:moveTo>
                  <a:pt x="1592198" y="673100"/>
                </a:moveTo>
                <a:lnTo>
                  <a:pt x="1560528" y="711200"/>
                </a:lnTo>
                <a:lnTo>
                  <a:pt x="1529143" y="749300"/>
                </a:lnTo>
                <a:lnTo>
                  <a:pt x="1498044" y="787400"/>
                </a:lnTo>
                <a:lnTo>
                  <a:pt x="1467231" y="812800"/>
                </a:lnTo>
                <a:lnTo>
                  <a:pt x="2012442" y="965200"/>
                </a:lnTo>
                <a:lnTo>
                  <a:pt x="2659380" y="787400"/>
                </a:lnTo>
                <a:lnTo>
                  <a:pt x="2012442" y="787400"/>
                </a:lnTo>
                <a:lnTo>
                  <a:pt x="1592198" y="673100"/>
                </a:lnTo>
                <a:close/>
              </a:path>
              <a:path w="9051925" h="6343650">
                <a:moveTo>
                  <a:pt x="3953129" y="787400"/>
                </a:moveTo>
                <a:lnTo>
                  <a:pt x="2659380" y="787400"/>
                </a:lnTo>
                <a:lnTo>
                  <a:pt x="3306318" y="965200"/>
                </a:lnTo>
                <a:lnTo>
                  <a:pt x="3953129" y="787400"/>
                </a:lnTo>
                <a:close/>
              </a:path>
              <a:path w="9051925" h="6343650">
                <a:moveTo>
                  <a:pt x="5247005" y="787400"/>
                </a:moveTo>
                <a:lnTo>
                  <a:pt x="3953129" y="787400"/>
                </a:lnTo>
                <a:lnTo>
                  <a:pt x="4600066" y="965200"/>
                </a:lnTo>
                <a:lnTo>
                  <a:pt x="5247005" y="787400"/>
                </a:lnTo>
                <a:close/>
              </a:path>
              <a:path w="9051925" h="6343650">
                <a:moveTo>
                  <a:pt x="7834630" y="787400"/>
                </a:moveTo>
                <a:lnTo>
                  <a:pt x="6540881" y="787400"/>
                </a:lnTo>
                <a:lnTo>
                  <a:pt x="7187691" y="965200"/>
                </a:lnTo>
                <a:lnTo>
                  <a:pt x="7834630" y="787400"/>
                </a:lnTo>
                <a:close/>
              </a:path>
              <a:path w="9051925" h="6343650">
                <a:moveTo>
                  <a:pt x="9051671" y="635000"/>
                </a:moveTo>
                <a:lnTo>
                  <a:pt x="8481567" y="787400"/>
                </a:lnTo>
                <a:lnTo>
                  <a:pt x="7834630" y="787400"/>
                </a:lnTo>
                <a:lnTo>
                  <a:pt x="8481567" y="965200"/>
                </a:lnTo>
                <a:lnTo>
                  <a:pt x="9051671" y="812800"/>
                </a:lnTo>
                <a:lnTo>
                  <a:pt x="9051671" y="635000"/>
                </a:lnTo>
                <a:close/>
              </a:path>
              <a:path w="9051925" h="6343650">
                <a:moveTo>
                  <a:pt x="6540881" y="787400"/>
                </a:moveTo>
                <a:lnTo>
                  <a:pt x="5247005" y="787400"/>
                </a:lnTo>
                <a:lnTo>
                  <a:pt x="5803391" y="939800"/>
                </a:lnTo>
                <a:lnTo>
                  <a:pt x="5905865" y="939800"/>
                </a:lnTo>
                <a:lnTo>
                  <a:pt x="5957357" y="927100"/>
                </a:lnTo>
                <a:lnTo>
                  <a:pt x="6009005" y="927100"/>
                </a:lnTo>
                <a:lnTo>
                  <a:pt x="6540881" y="787400"/>
                </a:lnTo>
                <a:close/>
              </a:path>
              <a:path w="9051925" h="6343650">
                <a:moveTo>
                  <a:pt x="2659380" y="622300"/>
                </a:moveTo>
                <a:lnTo>
                  <a:pt x="2012442" y="787400"/>
                </a:lnTo>
                <a:lnTo>
                  <a:pt x="3306318" y="787400"/>
                </a:lnTo>
                <a:lnTo>
                  <a:pt x="2659380" y="622300"/>
                </a:lnTo>
                <a:close/>
              </a:path>
              <a:path w="9051925" h="6343650">
                <a:moveTo>
                  <a:pt x="3953129" y="622300"/>
                </a:moveTo>
                <a:lnTo>
                  <a:pt x="3306318" y="787400"/>
                </a:lnTo>
                <a:lnTo>
                  <a:pt x="4600066" y="787400"/>
                </a:lnTo>
                <a:lnTo>
                  <a:pt x="3953129" y="622300"/>
                </a:lnTo>
                <a:close/>
              </a:path>
              <a:path w="9051925" h="6343650">
                <a:moveTo>
                  <a:pt x="5247005" y="622300"/>
                </a:moveTo>
                <a:lnTo>
                  <a:pt x="4600066" y="787400"/>
                </a:lnTo>
                <a:lnTo>
                  <a:pt x="5893942" y="787400"/>
                </a:lnTo>
                <a:lnTo>
                  <a:pt x="5247005" y="622300"/>
                </a:lnTo>
                <a:close/>
              </a:path>
              <a:path w="9051925" h="6343650">
                <a:moveTo>
                  <a:pt x="6540881" y="622300"/>
                </a:moveTo>
                <a:lnTo>
                  <a:pt x="5893942" y="787400"/>
                </a:lnTo>
                <a:lnTo>
                  <a:pt x="7187691" y="787400"/>
                </a:lnTo>
                <a:lnTo>
                  <a:pt x="6540881" y="622300"/>
                </a:lnTo>
                <a:close/>
              </a:path>
              <a:path w="9051925" h="6343650">
                <a:moveTo>
                  <a:pt x="7834630" y="622300"/>
                </a:moveTo>
                <a:lnTo>
                  <a:pt x="7187691" y="787400"/>
                </a:lnTo>
                <a:lnTo>
                  <a:pt x="8481567" y="787400"/>
                </a:lnTo>
                <a:lnTo>
                  <a:pt x="7834630" y="622300"/>
                </a:lnTo>
                <a:close/>
              </a:path>
              <a:path w="9051925" h="6343650">
                <a:moveTo>
                  <a:pt x="1797177" y="469900"/>
                </a:moveTo>
                <a:lnTo>
                  <a:pt x="1761622" y="495300"/>
                </a:lnTo>
                <a:lnTo>
                  <a:pt x="1726390" y="533400"/>
                </a:lnTo>
                <a:lnTo>
                  <a:pt x="1656842" y="609600"/>
                </a:lnTo>
                <a:lnTo>
                  <a:pt x="2012442" y="698500"/>
                </a:lnTo>
                <a:lnTo>
                  <a:pt x="2659380" y="533400"/>
                </a:lnTo>
                <a:lnTo>
                  <a:pt x="9051671" y="533400"/>
                </a:lnTo>
                <a:lnTo>
                  <a:pt x="9051671" y="520700"/>
                </a:lnTo>
                <a:lnTo>
                  <a:pt x="2012442" y="520700"/>
                </a:lnTo>
                <a:lnTo>
                  <a:pt x="1797177" y="469900"/>
                </a:lnTo>
                <a:close/>
              </a:path>
              <a:path w="9051925" h="6343650">
                <a:moveTo>
                  <a:pt x="3953129" y="533400"/>
                </a:moveTo>
                <a:lnTo>
                  <a:pt x="2659380" y="533400"/>
                </a:lnTo>
                <a:lnTo>
                  <a:pt x="3306318" y="698500"/>
                </a:lnTo>
                <a:lnTo>
                  <a:pt x="3953129" y="533400"/>
                </a:lnTo>
                <a:close/>
              </a:path>
              <a:path w="9051925" h="6343650">
                <a:moveTo>
                  <a:pt x="5247005" y="533400"/>
                </a:moveTo>
                <a:lnTo>
                  <a:pt x="3953129" y="533400"/>
                </a:lnTo>
                <a:lnTo>
                  <a:pt x="4600066" y="698500"/>
                </a:lnTo>
                <a:lnTo>
                  <a:pt x="5247005" y="533400"/>
                </a:lnTo>
                <a:close/>
              </a:path>
              <a:path w="9051925" h="6343650">
                <a:moveTo>
                  <a:pt x="6540881" y="533400"/>
                </a:moveTo>
                <a:lnTo>
                  <a:pt x="5247005" y="533400"/>
                </a:lnTo>
                <a:lnTo>
                  <a:pt x="5893942" y="698500"/>
                </a:lnTo>
                <a:lnTo>
                  <a:pt x="6540881" y="533400"/>
                </a:lnTo>
                <a:close/>
              </a:path>
              <a:path w="9051925" h="6343650">
                <a:moveTo>
                  <a:pt x="7834630" y="533400"/>
                </a:moveTo>
                <a:lnTo>
                  <a:pt x="6540881" y="533400"/>
                </a:lnTo>
                <a:lnTo>
                  <a:pt x="7187691" y="698500"/>
                </a:lnTo>
                <a:lnTo>
                  <a:pt x="7834630" y="533400"/>
                </a:lnTo>
                <a:close/>
              </a:path>
              <a:path w="9051925" h="6343650">
                <a:moveTo>
                  <a:pt x="9051671" y="533400"/>
                </a:moveTo>
                <a:lnTo>
                  <a:pt x="7834630" y="533400"/>
                </a:lnTo>
                <a:lnTo>
                  <a:pt x="8481567" y="698500"/>
                </a:lnTo>
                <a:lnTo>
                  <a:pt x="9051671" y="546100"/>
                </a:lnTo>
                <a:lnTo>
                  <a:pt x="9051671" y="533400"/>
                </a:lnTo>
                <a:close/>
              </a:path>
              <a:path w="9051925" h="6343650">
                <a:moveTo>
                  <a:pt x="2659380" y="342900"/>
                </a:moveTo>
                <a:lnTo>
                  <a:pt x="2012442" y="520700"/>
                </a:lnTo>
                <a:lnTo>
                  <a:pt x="3306318" y="520700"/>
                </a:lnTo>
                <a:lnTo>
                  <a:pt x="2659380" y="342900"/>
                </a:lnTo>
                <a:close/>
              </a:path>
              <a:path w="9051925" h="6343650">
                <a:moveTo>
                  <a:pt x="3953129" y="342900"/>
                </a:moveTo>
                <a:lnTo>
                  <a:pt x="3306318" y="520700"/>
                </a:lnTo>
                <a:lnTo>
                  <a:pt x="4600066" y="520700"/>
                </a:lnTo>
                <a:lnTo>
                  <a:pt x="3953129" y="342900"/>
                </a:lnTo>
                <a:close/>
              </a:path>
              <a:path w="9051925" h="6343650">
                <a:moveTo>
                  <a:pt x="5247005" y="342900"/>
                </a:moveTo>
                <a:lnTo>
                  <a:pt x="4600066" y="520700"/>
                </a:lnTo>
                <a:lnTo>
                  <a:pt x="5893942" y="520700"/>
                </a:lnTo>
                <a:lnTo>
                  <a:pt x="5247005" y="342900"/>
                </a:lnTo>
                <a:close/>
              </a:path>
              <a:path w="9051925" h="6343650">
                <a:moveTo>
                  <a:pt x="6540881" y="342900"/>
                </a:moveTo>
                <a:lnTo>
                  <a:pt x="5893942" y="520700"/>
                </a:lnTo>
                <a:lnTo>
                  <a:pt x="7187691" y="520700"/>
                </a:lnTo>
                <a:lnTo>
                  <a:pt x="6540881" y="342900"/>
                </a:lnTo>
                <a:close/>
              </a:path>
              <a:path w="9051925" h="6343650">
                <a:moveTo>
                  <a:pt x="7834630" y="342900"/>
                </a:moveTo>
                <a:lnTo>
                  <a:pt x="7187691" y="520700"/>
                </a:lnTo>
                <a:lnTo>
                  <a:pt x="8481567" y="520700"/>
                </a:lnTo>
                <a:lnTo>
                  <a:pt x="7834630" y="342900"/>
                </a:lnTo>
                <a:close/>
              </a:path>
              <a:path w="9051925" h="6343650">
                <a:moveTo>
                  <a:pt x="9051671" y="368300"/>
                </a:moveTo>
                <a:lnTo>
                  <a:pt x="8481567" y="520700"/>
                </a:lnTo>
                <a:lnTo>
                  <a:pt x="9051671" y="520700"/>
                </a:lnTo>
                <a:lnTo>
                  <a:pt x="9051671" y="368300"/>
                </a:lnTo>
                <a:close/>
              </a:path>
              <a:path w="9051925" h="6343650">
                <a:moveTo>
                  <a:pt x="2659380" y="76200"/>
                </a:moveTo>
                <a:lnTo>
                  <a:pt x="2023871" y="254000"/>
                </a:lnTo>
                <a:lnTo>
                  <a:pt x="1941925" y="330200"/>
                </a:lnTo>
                <a:lnTo>
                  <a:pt x="1861311" y="406400"/>
                </a:lnTo>
                <a:lnTo>
                  <a:pt x="2012442" y="444500"/>
                </a:lnTo>
                <a:lnTo>
                  <a:pt x="2659380" y="266700"/>
                </a:lnTo>
                <a:lnTo>
                  <a:pt x="9051671" y="266700"/>
                </a:lnTo>
                <a:lnTo>
                  <a:pt x="9051671" y="254000"/>
                </a:lnTo>
                <a:lnTo>
                  <a:pt x="3306318" y="254000"/>
                </a:lnTo>
                <a:lnTo>
                  <a:pt x="2659380" y="76200"/>
                </a:lnTo>
                <a:close/>
              </a:path>
              <a:path w="9051925" h="6343650">
                <a:moveTo>
                  <a:pt x="3953129" y="266700"/>
                </a:moveTo>
                <a:lnTo>
                  <a:pt x="2659380" y="266700"/>
                </a:lnTo>
                <a:lnTo>
                  <a:pt x="3306318" y="444500"/>
                </a:lnTo>
                <a:lnTo>
                  <a:pt x="3953129" y="266700"/>
                </a:lnTo>
                <a:close/>
              </a:path>
              <a:path w="9051925" h="6343650">
                <a:moveTo>
                  <a:pt x="5247005" y="266700"/>
                </a:moveTo>
                <a:lnTo>
                  <a:pt x="3953129" y="266700"/>
                </a:lnTo>
                <a:lnTo>
                  <a:pt x="4600066" y="444500"/>
                </a:lnTo>
                <a:lnTo>
                  <a:pt x="5247005" y="266700"/>
                </a:lnTo>
                <a:close/>
              </a:path>
              <a:path w="9051925" h="6343650">
                <a:moveTo>
                  <a:pt x="6540881" y="266700"/>
                </a:moveTo>
                <a:lnTo>
                  <a:pt x="5247005" y="266700"/>
                </a:lnTo>
                <a:lnTo>
                  <a:pt x="5893942" y="444500"/>
                </a:lnTo>
                <a:lnTo>
                  <a:pt x="6540881" y="266700"/>
                </a:lnTo>
                <a:close/>
              </a:path>
              <a:path w="9051925" h="6343650">
                <a:moveTo>
                  <a:pt x="7834630" y="266700"/>
                </a:moveTo>
                <a:lnTo>
                  <a:pt x="6540881" y="266700"/>
                </a:lnTo>
                <a:lnTo>
                  <a:pt x="7187691" y="444500"/>
                </a:lnTo>
                <a:lnTo>
                  <a:pt x="7834630" y="266700"/>
                </a:lnTo>
                <a:close/>
              </a:path>
              <a:path w="9051925" h="6343650">
                <a:moveTo>
                  <a:pt x="9051671" y="266700"/>
                </a:moveTo>
                <a:lnTo>
                  <a:pt x="7834630" y="266700"/>
                </a:lnTo>
                <a:lnTo>
                  <a:pt x="8481567" y="444500"/>
                </a:lnTo>
                <a:lnTo>
                  <a:pt x="9051671" y="292100"/>
                </a:lnTo>
                <a:lnTo>
                  <a:pt x="9051671" y="266700"/>
                </a:lnTo>
                <a:close/>
              </a:path>
              <a:path w="9051925" h="6343650">
                <a:moveTo>
                  <a:pt x="3953129" y="76200"/>
                </a:moveTo>
                <a:lnTo>
                  <a:pt x="3306318" y="254000"/>
                </a:lnTo>
                <a:lnTo>
                  <a:pt x="4600066" y="254000"/>
                </a:lnTo>
                <a:lnTo>
                  <a:pt x="3953129" y="76200"/>
                </a:lnTo>
                <a:close/>
              </a:path>
              <a:path w="9051925" h="6343650">
                <a:moveTo>
                  <a:pt x="5247005" y="76200"/>
                </a:moveTo>
                <a:lnTo>
                  <a:pt x="4600066" y="254000"/>
                </a:lnTo>
                <a:lnTo>
                  <a:pt x="5893942" y="254000"/>
                </a:lnTo>
                <a:lnTo>
                  <a:pt x="5247005" y="76200"/>
                </a:lnTo>
                <a:close/>
              </a:path>
              <a:path w="9051925" h="6343650">
                <a:moveTo>
                  <a:pt x="6540881" y="76200"/>
                </a:moveTo>
                <a:lnTo>
                  <a:pt x="5893942" y="254000"/>
                </a:lnTo>
                <a:lnTo>
                  <a:pt x="7187691" y="254000"/>
                </a:lnTo>
                <a:lnTo>
                  <a:pt x="6540881" y="76200"/>
                </a:lnTo>
                <a:close/>
              </a:path>
              <a:path w="9051925" h="6343650">
                <a:moveTo>
                  <a:pt x="7834630" y="76200"/>
                </a:moveTo>
                <a:lnTo>
                  <a:pt x="7187691" y="254000"/>
                </a:lnTo>
                <a:lnTo>
                  <a:pt x="8481567" y="254000"/>
                </a:lnTo>
                <a:lnTo>
                  <a:pt x="7834630" y="76200"/>
                </a:lnTo>
                <a:close/>
              </a:path>
              <a:path w="9051925" h="6343650">
                <a:moveTo>
                  <a:pt x="9051671" y="101600"/>
                </a:moveTo>
                <a:lnTo>
                  <a:pt x="8481567" y="254000"/>
                </a:lnTo>
                <a:lnTo>
                  <a:pt x="9051671" y="254000"/>
                </a:lnTo>
                <a:lnTo>
                  <a:pt x="9051671" y="101600"/>
                </a:lnTo>
                <a:close/>
              </a:path>
              <a:path w="9051925" h="6343650">
                <a:moveTo>
                  <a:pt x="3953129" y="12700"/>
                </a:moveTo>
                <a:lnTo>
                  <a:pt x="2659380" y="12700"/>
                </a:lnTo>
                <a:lnTo>
                  <a:pt x="3306318" y="177800"/>
                </a:lnTo>
                <a:lnTo>
                  <a:pt x="3953129" y="12700"/>
                </a:lnTo>
                <a:close/>
              </a:path>
              <a:path w="9051925" h="6343650">
                <a:moveTo>
                  <a:pt x="5247005" y="12700"/>
                </a:moveTo>
                <a:lnTo>
                  <a:pt x="3953129" y="12700"/>
                </a:lnTo>
                <a:lnTo>
                  <a:pt x="4600066" y="177800"/>
                </a:lnTo>
                <a:lnTo>
                  <a:pt x="5247005" y="12700"/>
                </a:lnTo>
                <a:close/>
              </a:path>
              <a:path w="9051925" h="6343650">
                <a:moveTo>
                  <a:pt x="6540881" y="12700"/>
                </a:moveTo>
                <a:lnTo>
                  <a:pt x="5247005" y="12700"/>
                </a:lnTo>
                <a:lnTo>
                  <a:pt x="5893942" y="177800"/>
                </a:lnTo>
                <a:lnTo>
                  <a:pt x="6540881" y="12700"/>
                </a:lnTo>
                <a:close/>
              </a:path>
              <a:path w="9051925" h="6343650">
                <a:moveTo>
                  <a:pt x="7834630" y="12700"/>
                </a:moveTo>
                <a:lnTo>
                  <a:pt x="6540881" y="12700"/>
                </a:lnTo>
                <a:lnTo>
                  <a:pt x="7187691" y="177800"/>
                </a:lnTo>
                <a:lnTo>
                  <a:pt x="7834630" y="12700"/>
                </a:lnTo>
                <a:close/>
              </a:path>
              <a:path w="9051925" h="6343650">
                <a:moveTo>
                  <a:pt x="9051671" y="12700"/>
                </a:moveTo>
                <a:lnTo>
                  <a:pt x="7834630" y="12700"/>
                </a:lnTo>
                <a:lnTo>
                  <a:pt x="8481567" y="177800"/>
                </a:lnTo>
                <a:lnTo>
                  <a:pt x="9051671" y="25400"/>
                </a:lnTo>
                <a:lnTo>
                  <a:pt x="9051671" y="12700"/>
                </a:lnTo>
                <a:close/>
              </a:path>
              <a:path w="9051925" h="6343650">
                <a:moveTo>
                  <a:pt x="9051671" y="0"/>
                </a:moveTo>
                <a:lnTo>
                  <a:pt x="2326512" y="0"/>
                </a:lnTo>
                <a:lnTo>
                  <a:pt x="2289816" y="25400"/>
                </a:lnTo>
                <a:lnTo>
                  <a:pt x="2253338" y="63500"/>
                </a:lnTo>
                <a:lnTo>
                  <a:pt x="2181066" y="114300"/>
                </a:lnTo>
                <a:lnTo>
                  <a:pt x="2145284" y="152400"/>
                </a:lnTo>
                <a:lnTo>
                  <a:pt x="2659380" y="12700"/>
                </a:lnTo>
                <a:lnTo>
                  <a:pt x="9051671" y="12700"/>
                </a:lnTo>
                <a:lnTo>
                  <a:pt x="9051671" y="0"/>
                </a:lnTo>
                <a:close/>
              </a:path>
              <a:path w="9051925" h="6343650">
                <a:moveTo>
                  <a:pt x="1365504" y="6217043"/>
                </a:moveTo>
                <a:lnTo>
                  <a:pt x="894080" y="6343383"/>
                </a:lnTo>
                <a:lnTo>
                  <a:pt x="992758" y="6343383"/>
                </a:lnTo>
                <a:lnTo>
                  <a:pt x="1365504" y="6243497"/>
                </a:lnTo>
                <a:lnTo>
                  <a:pt x="1464241" y="6243497"/>
                </a:lnTo>
                <a:lnTo>
                  <a:pt x="1365504" y="6217043"/>
                </a:lnTo>
                <a:close/>
              </a:path>
              <a:path w="9051925" h="6343650">
                <a:moveTo>
                  <a:pt x="1464241" y="6243497"/>
                </a:moveTo>
                <a:lnTo>
                  <a:pt x="1365504" y="6243497"/>
                </a:lnTo>
                <a:lnTo>
                  <a:pt x="1738248" y="6343383"/>
                </a:lnTo>
                <a:lnTo>
                  <a:pt x="1837055" y="6343383"/>
                </a:lnTo>
                <a:lnTo>
                  <a:pt x="1464241" y="6243497"/>
                </a:lnTo>
                <a:close/>
              </a:path>
              <a:path w="9051925" h="6343650">
                <a:moveTo>
                  <a:pt x="379693" y="4163440"/>
                </a:moveTo>
                <a:lnTo>
                  <a:pt x="71627" y="4163440"/>
                </a:lnTo>
                <a:lnTo>
                  <a:pt x="718566" y="4336669"/>
                </a:lnTo>
                <a:lnTo>
                  <a:pt x="1026383" y="4254245"/>
                </a:lnTo>
                <a:lnTo>
                  <a:pt x="718566" y="4254245"/>
                </a:lnTo>
                <a:lnTo>
                  <a:pt x="379693" y="4163440"/>
                </a:lnTo>
                <a:close/>
              </a:path>
              <a:path w="9051925" h="6343650">
                <a:moveTo>
                  <a:pt x="1673569" y="4163440"/>
                </a:moveTo>
                <a:lnTo>
                  <a:pt x="1365504" y="4163440"/>
                </a:lnTo>
                <a:lnTo>
                  <a:pt x="2012442" y="4336669"/>
                </a:lnTo>
                <a:lnTo>
                  <a:pt x="2231262" y="4277995"/>
                </a:lnTo>
                <a:lnTo>
                  <a:pt x="2233999" y="4256585"/>
                </a:lnTo>
                <a:lnTo>
                  <a:pt x="2234313" y="4254245"/>
                </a:lnTo>
                <a:lnTo>
                  <a:pt x="2012442" y="4254245"/>
                </a:lnTo>
                <a:lnTo>
                  <a:pt x="1673569" y="4163440"/>
                </a:lnTo>
                <a:close/>
              </a:path>
              <a:path w="9051925" h="6343650">
                <a:moveTo>
                  <a:pt x="1365504" y="4080890"/>
                </a:moveTo>
                <a:lnTo>
                  <a:pt x="718566" y="4254245"/>
                </a:lnTo>
                <a:lnTo>
                  <a:pt x="1026383" y="4254245"/>
                </a:lnTo>
                <a:lnTo>
                  <a:pt x="1365504" y="4163440"/>
                </a:lnTo>
                <a:lnTo>
                  <a:pt x="1673569" y="4163440"/>
                </a:lnTo>
                <a:lnTo>
                  <a:pt x="1365504" y="4080890"/>
                </a:lnTo>
                <a:close/>
              </a:path>
              <a:path w="9051925" h="6343650">
                <a:moveTo>
                  <a:pt x="2242947" y="4192524"/>
                </a:moveTo>
                <a:lnTo>
                  <a:pt x="2012442" y="4254245"/>
                </a:lnTo>
                <a:lnTo>
                  <a:pt x="2234313" y="4254245"/>
                </a:lnTo>
                <a:lnTo>
                  <a:pt x="2236866" y="4235211"/>
                </a:lnTo>
                <a:lnTo>
                  <a:pt x="2239853" y="4213861"/>
                </a:lnTo>
                <a:lnTo>
                  <a:pt x="2242947" y="4192524"/>
                </a:lnTo>
                <a:close/>
              </a:path>
              <a:path w="9051925" h="6343650">
                <a:moveTo>
                  <a:pt x="71627" y="4080890"/>
                </a:moveTo>
                <a:lnTo>
                  <a:pt x="33498" y="4111710"/>
                </a:lnTo>
                <a:lnTo>
                  <a:pt x="29152" y="4154140"/>
                </a:lnTo>
                <a:lnTo>
                  <a:pt x="27050" y="4175379"/>
                </a:lnTo>
                <a:lnTo>
                  <a:pt x="71627" y="4163440"/>
                </a:lnTo>
                <a:lnTo>
                  <a:pt x="379693" y="4163440"/>
                </a:lnTo>
                <a:lnTo>
                  <a:pt x="71627" y="4080890"/>
                </a:lnTo>
                <a:close/>
              </a:path>
              <a:path w="9051925" h="6343650">
                <a:moveTo>
                  <a:pt x="353152" y="4423409"/>
                </a:moveTo>
                <a:lnTo>
                  <a:pt x="71627" y="4423409"/>
                </a:lnTo>
                <a:lnTo>
                  <a:pt x="718566" y="4596764"/>
                </a:lnTo>
                <a:lnTo>
                  <a:pt x="1000090" y="4521327"/>
                </a:lnTo>
                <a:lnTo>
                  <a:pt x="718566" y="4521327"/>
                </a:lnTo>
                <a:lnTo>
                  <a:pt x="353152" y="4423409"/>
                </a:lnTo>
                <a:close/>
              </a:path>
              <a:path w="9051925" h="6343650">
                <a:moveTo>
                  <a:pt x="1647028" y="4423409"/>
                </a:moveTo>
                <a:lnTo>
                  <a:pt x="1365504" y="4423409"/>
                </a:lnTo>
                <a:lnTo>
                  <a:pt x="2012442" y="4596764"/>
                </a:lnTo>
                <a:lnTo>
                  <a:pt x="2207641" y="4544440"/>
                </a:lnTo>
                <a:lnTo>
                  <a:pt x="2208736" y="4525202"/>
                </a:lnTo>
                <a:lnTo>
                  <a:pt x="2208976" y="4521327"/>
                </a:lnTo>
                <a:lnTo>
                  <a:pt x="2012442" y="4521327"/>
                </a:lnTo>
                <a:lnTo>
                  <a:pt x="1647028" y="4423409"/>
                </a:lnTo>
                <a:close/>
              </a:path>
              <a:path w="9051925" h="6343650">
                <a:moveTo>
                  <a:pt x="1365504" y="4347971"/>
                </a:moveTo>
                <a:lnTo>
                  <a:pt x="718566" y="4521327"/>
                </a:lnTo>
                <a:lnTo>
                  <a:pt x="1000090" y="4521327"/>
                </a:lnTo>
                <a:lnTo>
                  <a:pt x="1365504" y="4423409"/>
                </a:lnTo>
                <a:lnTo>
                  <a:pt x="1647028" y="4423409"/>
                </a:lnTo>
                <a:lnTo>
                  <a:pt x="1365504" y="4347971"/>
                </a:lnTo>
                <a:close/>
              </a:path>
              <a:path w="9051925" h="6343650">
                <a:moveTo>
                  <a:pt x="2212594" y="4467606"/>
                </a:moveTo>
                <a:lnTo>
                  <a:pt x="2012442" y="4521327"/>
                </a:lnTo>
                <a:lnTo>
                  <a:pt x="2208976" y="4521327"/>
                </a:lnTo>
                <a:lnTo>
                  <a:pt x="2209927" y="4505975"/>
                </a:lnTo>
                <a:lnTo>
                  <a:pt x="2211212" y="4486773"/>
                </a:lnTo>
                <a:lnTo>
                  <a:pt x="2212594" y="4467606"/>
                </a:lnTo>
                <a:close/>
              </a:path>
              <a:path w="9051925" h="6343650">
                <a:moveTo>
                  <a:pt x="71627" y="4347971"/>
                </a:moveTo>
                <a:lnTo>
                  <a:pt x="12064" y="4363974"/>
                </a:lnTo>
                <a:lnTo>
                  <a:pt x="9699" y="4402216"/>
                </a:lnTo>
                <a:lnTo>
                  <a:pt x="7619" y="4440555"/>
                </a:lnTo>
                <a:lnTo>
                  <a:pt x="71627" y="4423409"/>
                </a:lnTo>
                <a:lnTo>
                  <a:pt x="353152" y="4423409"/>
                </a:lnTo>
                <a:lnTo>
                  <a:pt x="71627" y="4347971"/>
                </a:lnTo>
                <a:close/>
              </a:path>
              <a:path w="9051925" h="6343650">
                <a:moveTo>
                  <a:pt x="121539" y="5963386"/>
                </a:moveTo>
                <a:lnTo>
                  <a:pt x="123370" y="5972263"/>
                </a:lnTo>
                <a:lnTo>
                  <a:pt x="127128" y="5989982"/>
                </a:lnTo>
                <a:lnTo>
                  <a:pt x="129031" y="5998845"/>
                </a:lnTo>
                <a:lnTo>
                  <a:pt x="718566" y="6156820"/>
                </a:lnTo>
                <a:lnTo>
                  <a:pt x="843422" y="6123368"/>
                </a:lnTo>
                <a:lnTo>
                  <a:pt x="718566" y="6123368"/>
                </a:lnTo>
                <a:lnTo>
                  <a:pt x="121539" y="5963386"/>
                </a:lnTo>
                <a:close/>
              </a:path>
              <a:path w="9051925" h="6343650">
                <a:moveTo>
                  <a:pt x="1490360" y="5983490"/>
                </a:moveTo>
                <a:lnTo>
                  <a:pt x="1365504" y="5983490"/>
                </a:lnTo>
                <a:lnTo>
                  <a:pt x="2012442" y="6156820"/>
                </a:lnTo>
                <a:lnTo>
                  <a:pt x="2137302" y="6123368"/>
                </a:lnTo>
                <a:lnTo>
                  <a:pt x="2012442" y="6123368"/>
                </a:lnTo>
                <a:lnTo>
                  <a:pt x="1490360" y="5983490"/>
                </a:lnTo>
                <a:close/>
              </a:path>
              <a:path w="9051925" h="6343650">
                <a:moveTo>
                  <a:pt x="1365504" y="5950038"/>
                </a:moveTo>
                <a:lnTo>
                  <a:pt x="718566" y="6123368"/>
                </a:lnTo>
                <a:lnTo>
                  <a:pt x="843422" y="6123368"/>
                </a:lnTo>
                <a:lnTo>
                  <a:pt x="1365504" y="5983490"/>
                </a:lnTo>
                <a:lnTo>
                  <a:pt x="1490360" y="5983490"/>
                </a:lnTo>
                <a:lnTo>
                  <a:pt x="1365504" y="5950038"/>
                </a:lnTo>
                <a:close/>
              </a:path>
              <a:path w="9051925" h="6343650">
                <a:moveTo>
                  <a:pt x="2415921" y="6015266"/>
                </a:moveTo>
                <a:lnTo>
                  <a:pt x="2012442" y="6123368"/>
                </a:lnTo>
                <a:lnTo>
                  <a:pt x="2137302" y="6123368"/>
                </a:lnTo>
                <a:lnTo>
                  <a:pt x="2426843" y="6045796"/>
                </a:lnTo>
                <a:lnTo>
                  <a:pt x="2421334" y="6030541"/>
                </a:lnTo>
                <a:lnTo>
                  <a:pt x="2418609" y="6022908"/>
                </a:lnTo>
                <a:lnTo>
                  <a:pt x="2415921" y="6015266"/>
                </a:lnTo>
                <a:close/>
              </a:path>
              <a:path w="9051925" h="6343650">
                <a:moveTo>
                  <a:pt x="274951" y="5203444"/>
                </a:moveTo>
                <a:lnTo>
                  <a:pt x="71627" y="5203444"/>
                </a:lnTo>
                <a:lnTo>
                  <a:pt x="718566" y="5376798"/>
                </a:lnTo>
                <a:lnTo>
                  <a:pt x="921889" y="5322316"/>
                </a:lnTo>
                <a:lnTo>
                  <a:pt x="718566" y="5322316"/>
                </a:lnTo>
                <a:lnTo>
                  <a:pt x="274951" y="5203444"/>
                </a:lnTo>
                <a:close/>
              </a:path>
              <a:path w="9051925" h="6343650">
                <a:moveTo>
                  <a:pt x="1568827" y="5203444"/>
                </a:moveTo>
                <a:lnTo>
                  <a:pt x="1365504" y="5203444"/>
                </a:lnTo>
                <a:lnTo>
                  <a:pt x="2012442" y="5376798"/>
                </a:lnTo>
                <a:lnTo>
                  <a:pt x="2215718" y="5322316"/>
                </a:lnTo>
                <a:lnTo>
                  <a:pt x="2012442" y="5322316"/>
                </a:lnTo>
                <a:lnTo>
                  <a:pt x="1568827" y="5203444"/>
                </a:lnTo>
                <a:close/>
              </a:path>
              <a:path w="9051925" h="6343650">
                <a:moveTo>
                  <a:pt x="1365504" y="5148960"/>
                </a:moveTo>
                <a:lnTo>
                  <a:pt x="718566" y="5322316"/>
                </a:lnTo>
                <a:lnTo>
                  <a:pt x="921889" y="5322316"/>
                </a:lnTo>
                <a:lnTo>
                  <a:pt x="1365504" y="5203444"/>
                </a:lnTo>
                <a:lnTo>
                  <a:pt x="1568827" y="5203444"/>
                </a:lnTo>
                <a:lnTo>
                  <a:pt x="1365504" y="5148960"/>
                </a:lnTo>
                <a:close/>
              </a:path>
              <a:path w="9051925" h="6343650">
                <a:moveTo>
                  <a:pt x="2235835" y="5262498"/>
                </a:moveTo>
                <a:lnTo>
                  <a:pt x="2012442" y="5322316"/>
                </a:lnTo>
                <a:lnTo>
                  <a:pt x="2215718" y="5322316"/>
                </a:lnTo>
                <a:lnTo>
                  <a:pt x="2243201" y="5314949"/>
                </a:lnTo>
                <a:lnTo>
                  <a:pt x="2241299" y="5301878"/>
                </a:lnTo>
                <a:lnTo>
                  <a:pt x="2239422" y="5288772"/>
                </a:lnTo>
                <a:lnTo>
                  <a:pt x="2237593" y="5275641"/>
                </a:lnTo>
                <a:lnTo>
                  <a:pt x="2235835" y="5262498"/>
                </a:lnTo>
                <a:close/>
              </a:path>
              <a:path w="9051925" h="6343650">
                <a:moveTo>
                  <a:pt x="71627" y="5148960"/>
                </a:moveTo>
                <a:lnTo>
                  <a:pt x="13462" y="5164582"/>
                </a:lnTo>
                <a:lnTo>
                  <a:pt x="14454" y="5177917"/>
                </a:lnTo>
                <a:lnTo>
                  <a:pt x="16444" y="5203444"/>
                </a:lnTo>
                <a:lnTo>
                  <a:pt x="17525" y="5217921"/>
                </a:lnTo>
                <a:lnTo>
                  <a:pt x="71627" y="5203444"/>
                </a:lnTo>
                <a:lnTo>
                  <a:pt x="274951" y="5203444"/>
                </a:lnTo>
                <a:lnTo>
                  <a:pt x="71627" y="5148960"/>
                </a:lnTo>
                <a:close/>
              </a:path>
              <a:path w="9051925" h="6343650">
                <a:moveTo>
                  <a:pt x="327085" y="4683379"/>
                </a:moveTo>
                <a:lnTo>
                  <a:pt x="71627" y="4683379"/>
                </a:lnTo>
                <a:lnTo>
                  <a:pt x="718566" y="4856733"/>
                </a:lnTo>
                <a:lnTo>
                  <a:pt x="974023" y="4788281"/>
                </a:lnTo>
                <a:lnTo>
                  <a:pt x="718566" y="4788281"/>
                </a:lnTo>
                <a:lnTo>
                  <a:pt x="327085" y="4683379"/>
                </a:lnTo>
                <a:close/>
              </a:path>
              <a:path w="9051925" h="6343650">
                <a:moveTo>
                  <a:pt x="1620961" y="4683379"/>
                </a:moveTo>
                <a:lnTo>
                  <a:pt x="1365504" y="4683379"/>
                </a:lnTo>
                <a:lnTo>
                  <a:pt x="2012442" y="4856733"/>
                </a:lnTo>
                <a:lnTo>
                  <a:pt x="2202307" y="4805807"/>
                </a:lnTo>
                <a:lnTo>
                  <a:pt x="2202140" y="4792735"/>
                </a:lnTo>
                <a:lnTo>
                  <a:pt x="2202099" y="4788281"/>
                </a:lnTo>
                <a:lnTo>
                  <a:pt x="2012442" y="4788281"/>
                </a:lnTo>
                <a:lnTo>
                  <a:pt x="1620961" y="4683379"/>
                </a:lnTo>
                <a:close/>
              </a:path>
              <a:path w="9051925" h="6343650">
                <a:moveTo>
                  <a:pt x="1365504" y="4614926"/>
                </a:moveTo>
                <a:lnTo>
                  <a:pt x="718566" y="4788281"/>
                </a:lnTo>
                <a:lnTo>
                  <a:pt x="974023" y="4788281"/>
                </a:lnTo>
                <a:lnTo>
                  <a:pt x="1365504" y="4683379"/>
                </a:lnTo>
                <a:lnTo>
                  <a:pt x="1620961" y="4683379"/>
                </a:lnTo>
                <a:lnTo>
                  <a:pt x="1365504" y="4614926"/>
                </a:lnTo>
                <a:close/>
              </a:path>
              <a:path w="9051925" h="6343650">
                <a:moveTo>
                  <a:pt x="2202180" y="4737481"/>
                </a:moveTo>
                <a:lnTo>
                  <a:pt x="2012442" y="4788281"/>
                </a:lnTo>
                <a:lnTo>
                  <a:pt x="2202099" y="4788281"/>
                </a:lnTo>
                <a:lnTo>
                  <a:pt x="2202021" y="4779629"/>
                </a:lnTo>
                <a:lnTo>
                  <a:pt x="2201926" y="4748021"/>
                </a:lnTo>
                <a:lnTo>
                  <a:pt x="2202180" y="4742814"/>
                </a:lnTo>
                <a:lnTo>
                  <a:pt x="2202180" y="4737481"/>
                </a:lnTo>
                <a:close/>
              </a:path>
              <a:path w="9051925" h="6343650">
                <a:moveTo>
                  <a:pt x="71627" y="4614926"/>
                </a:moveTo>
                <a:lnTo>
                  <a:pt x="888" y="4633976"/>
                </a:lnTo>
                <a:lnTo>
                  <a:pt x="349" y="4668281"/>
                </a:lnTo>
                <a:lnTo>
                  <a:pt x="164" y="4683379"/>
                </a:lnTo>
                <a:lnTo>
                  <a:pt x="0" y="4702683"/>
                </a:lnTo>
                <a:lnTo>
                  <a:pt x="71627" y="4683379"/>
                </a:lnTo>
                <a:lnTo>
                  <a:pt x="327085" y="4683379"/>
                </a:lnTo>
                <a:lnTo>
                  <a:pt x="71627" y="4614926"/>
                </a:lnTo>
                <a:close/>
              </a:path>
              <a:path w="9051925" h="6343650">
                <a:moveTo>
                  <a:pt x="72007" y="5683135"/>
                </a:moveTo>
                <a:lnTo>
                  <a:pt x="71246" y="5683135"/>
                </a:lnTo>
                <a:lnTo>
                  <a:pt x="72905" y="5693647"/>
                </a:lnTo>
                <a:lnTo>
                  <a:pt x="76319" y="5714655"/>
                </a:lnTo>
                <a:lnTo>
                  <a:pt x="77977" y="5725159"/>
                </a:lnTo>
                <a:lnTo>
                  <a:pt x="718566" y="5896813"/>
                </a:lnTo>
                <a:lnTo>
                  <a:pt x="869518" y="5856363"/>
                </a:lnTo>
                <a:lnTo>
                  <a:pt x="718566" y="5856363"/>
                </a:lnTo>
                <a:lnTo>
                  <a:pt x="72007" y="5683135"/>
                </a:lnTo>
                <a:close/>
              </a:path>
              <a:path w="9051925" h="6343650">
                <a:moveTo>
                  <a:pt x="1516383" y="5723458"/>
                </a:moveTo>
                <a:lnTo>
                  <a:pt x="1365504" y="5723458"/>
                </a:lnTo>
                <a:lnTo>
                  <a:pt x="2012442" y="5896813"/>
                </a:lnTo>
                <a:lnTo>
                  <a:pt x="2163345" y="5856363"/>
                </a:lnTo>
                <a:lnTo>
                  <a:pt x="2012442" y="5856363"/>
                </a:lnTo>
                <a:lnTo>
                  <a:pt x="1516383" y="5723458"/>
                </a:lnTo>
                <a:close/>
              </a:path>
              <a:path w="9051925" h="6343650">
                <a:moveTo>
                  <a:pt x="1365883" y="5683135"/>
                </a:moveTo>
                <a:lnTo>
                  <a:pt x="1365124" y="5683135"/>
                </a:lnTo>
                <a:lnTo>
                  <a:pt x="718566" y="5856363"/>
                </a:lnTo>
                <a:lnTo>
                  <a:pt x="869518" y="5856363"/>
                </a:lnTo>
                <a:lnTo>
                  <a:pt x="1365504" y="5723458"/>
                </a:lnTo>
                <a:lnTo>
                  <a:pt x="1516383" y="5723458"/>
                </a:lnTo>
                <a:lnTo>
                  <a:pt x="1365883" y="5683135"/>
                </a:lnTo>
                <a:close/>
              </a:path>
              <a:path w="9051925" h="6343650">
                <a:moveTo>
                  <a:pt x="2338959" y="5768873"/>
                </a:moveTo>
                <a:lnTo>
                  <a:pt x="2012442" y="5856363"/>
                </a:lnTo>
                <a:lnTo>
                  <a:pt x="2163345" y="5856363"/>
                </a:lnTo>
                <a:lnTo>
                  <a:pt x="2349499" y="5806465"/>
                </a:lnTo>
                <a:lnTo>
                  <a:pt x="2344181" y="5787697"/>
                </a:lnTo>
                <a:lnTo>
                  <a:pt x="2341552" y="5778294"/>
                </a:lnTo>
                <a:lnTo>
                  <a:pt x="2338959" y="5768873"/>
                </a:lnTo>
                <a:close/>
              </a:path>
              <a:path w="9051925" h="6343650">
                <a:moveTo>
                  <a:pt x="248462" y="5463412"/>
                </a:moveTo>
                <a:lnTo>
                  <a:pt x="71627" y="5463412"/>
                </a:lnTo>
                <a:lnTo>
                  <a:pt x="718566" y="5636793"/>
                </a:lnTo>
                <a:lnTo>
                  <a:pt x="895606" y="5589346"/>
                </a:lnTo>
                <a:lnTo>
                  <a:pt x="718566" y="5589346"/>
                </a:lnTo>
                <a:lnTo>
                  <a:pt x="248462" y="5463412"/>
                </a:lnTo>
                <a:close/>
              </a:path>
              <a:path w="9051925" h="6343650">
                <a:moveTo>
                  <a:pt x="1542338" y="5463412"/>
                </a:moveTo>
                <a:lnTo>
                  <a:pt x="1365504" y="5463412"/>
                </a:lnTo>
                <a:lnTo>
                  <a:pt x="2012442" y="5636793"/>
                </a:lnTo>
                <a:lnTo>
                  <a:pt x="2189452" y="5589346"/>
                </a:lnTo>
                <a:lnTo>
                  <a:pt x="2012442" y="5589346"/>
                </a:lnTo>
                <a:lnTo>
                  <a:pt x="1542338" y="5463412"/>
                </a:lnTo>
                <a:close/>
              </a:path>
              <a:path w="9051925" h="6343650">
                <a:moveTo>
                  <a:pt x="1365504" y="5416042"/>
                </a:moveTo>
                <a:lnTo>
                  <a:pt x="718566" y="5589346"/>
                </a:lnTo>
                <a:lnTo>
                  <a:pt x="895606" y="5589346"/>
                </a:lnTo>
                <a:lnTo>
                  <a:pt x="1365504" y="5463412"/>
                </a:lnTo>
                <a:lnTo>
                  <a:pt x="1542338" y="5463412"/>
                </a:lnTo>
                <a:lnTo>
                  <a:pt x="1365504" y="5416042"/>
                </a:lnTo>
                <a:close/>
              </a:path>
              <a:path w="9051925" h="6343650">
                <a:moveTo>
                  <a:pt x="2278887" y="5518022"/>
                </a:moveTo>
                <a:lnTo>
                  <a:pt x="2012442" y="5589346"/>
                </a:lnTo>
                <a:lnTo>
                  <a:pt x="2189452" y="5589346"/>
                </a:lnTo>
                <a:lnTo>
                  <a:pt x="2288285" y="5562854"/>
                </a:lnTo>
                <a:lnTo>
                  <a:pt x="2283539" y="5540438"/>
                </a:lnTo>
                <a:lnTo>
                  <a:pt x="2281195" y="5529242"/>
                </a:lnTo>
                <a:lnTo>
                  <a:pt x="2278887" y="5518022"/>
                </a:lnTo>
                <a:close/>
              </a:path>
              <a:path w="9051925" h="6343650">
                <a:moveTo>
                  <a:pt x="71627" y="5416042"/>
                </a:moveTo>
                <a:lnTo>
                  <a:pt x="37083" y="5425312"/>
                </a:lnTo>
                <a:lnTo>
                  <a:pt x="39576" y="5448363"/>
                </a:lnTo>
                <a:lnTo>
                  <a:pt x="40852" y="5459888"/>
                </a:lnTo>
                <a:lnTo>
                  <a:pt x="42163" y="5471413"/>
                </a:lnTo>
                <a:lnTo>
                  <a:pt x="71627" y="5463412"/>
                </a:lnTo>
                <a:lnTo>
                  <a:pt x="248462" y="5463412"/>
                </a:lnTo>
                <a:lnTo>
                  <a:pt x="71627" y="5416042"/>
                </a:lnTo>
                <a:close/>
              </a:path>
              <a:path w="9051925" h="6343650">
                <a:moveTo>
                  <a:pt x="2509901" y="6257112"/>
                </a:moveTo>
                <a:lnTo>
                  <a:pt x="2187829" y="6343383"/>
                </a:lnTo>
                <a:lnTo>
                  <a:pt x="2286508" y="6343383"/>
                </a:lnTo>
                <a:lnTo>
                  <a:pt x="2520187" y="6280797"/>
                </a:lnTo>
                <a:lnTo>
                  <a:pt x="2512419" y="6263041"/>
                </a:lnTo>
                <a:lnTo>
                  <a:pt x="2509901" y="6257112"/>
                </a:lnTo>
                <a:close/>
              </a:path>
            </a:pathLst>
          </a:custGeom>
          <a:solidFill>
            <a:srgbClr val="00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3326" y="2834334"/>
            <a:ext cx="9471025" cy="175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8305" y="6223"/>
            <a:ext cx="2890266" cy="684554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389115" y="74561"/>
            <a:ext cx="2597785" cy="6591300"/>
          </a:xfrm>
          <a:custGeom>
            <a:avLst/>
            <a:gdLst/>
            <a:ahLst/>
            <a:cxnLst/>
            <a:rect l="l" t="t" r="r" b="b"/>
            <a:pathLst>
              <a:path w="2597784" h="6591300">
                <a:moveTo>
                  <a:pt x="2597277" y="6311900"/>
                </a:moveTo>
                <a:lnTo>
                  <a:pt x="2224024" y="6311900"/>
                </a:lnTo>
                <a:lnTo>
                  <a:pt x="2224024" y="6451600"/>
                </a:lnTo>
                <a:lnTo>
                  <a:pt x="2366772" y="6451600"/>
                </a:lnTo>
                <a:lnTo>
                  <a:pt x="2366772" y="6591300"/>
                </a:lnTo>
                <a:lnTo>
                  <a:pt x="2597277" y="6591300"/>
                </a:lnTo>
                <a:lnTo>
                  <a:pt x="2597277" y="6311900"/>
                </a:lnTo>
                <a:close/>
              </a:path>
              <a:path w="2597784" h="6591300">
                <a:moveTo>
                  <a:pt x="2366772" y="5740400"/>
                </a:moveTo>
                <a:lnTo>
                  <a:pt x="2224024" y="5740400"/>
                </a:lnTo>
                <a:lnTo>
                  <a:pt x="2224024" y="5880100"/>
                </a:lnTo>
                <a:lnTo>
                  <a:pt x="2080894" y="5880100"/>
                </a:lnTo>
                <a:lnTo>
                  <a:pt x="2080894" y="6019800"/>
                </a:lnTo>
                <a:lnTo>
                  <a:pt x="1938147" y="6019800"/>
                </a:lnTo>
                <a:lnTo>
                  <a:pt x="1938147" y="6451600"/>
                </a:lnTo>
                <a:lnTo>
                  <a:pt x="2080894" y="6451600"/>
                </a:lnTo>
                <a:lnTo>
                  <a:pt x="2080894" y="6172200"/>
                </a:lnTo>
                <a:lnTo>
                  <a:pt x="2366772" y="6172200"/>
                </a:lnTo>
                <a:lnTo>
                  <a:pt x="2366772" y="5740400"/>
                </a:lnTo>
                <a:close/>
              </a:path>
              <a:path w="2597784" h="6591300">
                <a:moveTo>
                  <a:pt x="1795144" y="6019800"/>
                </a:moveTo>
                <a:lnTo>
                  <a:pt x="1652015" y="6019800"/>
                </a:lnTo>
                <a:lnTo>
                  <a:pt x="1652015" y="6172200"/>
                </a:lnTo>
                <a:lnTo>
                  <a:pt x="1394333" y="6172200"/>
                </a:lnTo>
                <a:lnTo>
                  <a:pt x="1594865" y="6311900"/>
                </a:lnTo>
                <a:lnTo>
                  <a:pt x="1795144" y="6311900"/>
                </a:lnTo>
                <a:lnTo>
                  <a:pt x="1795144" y="6019800"/>
                </a:lnTo>
                <a:close/>
              </a:path>
              <a:path w="2597784" h="6591300">
                <a:moveTo>
                  <a:pt x="2597277" y="6019800"/>
                </a:moveTo>
                <a:lnTo>
                  <a:pt x="2509774" y="6019800"/>
                </a:lnTo>
                <a:lnTo>
                  <a:pt x="2509774" y="6172200"/>
                </a:lnTo>
                <a:lnTo>
                  <a:pt x="2597277" y="6172200"/>
                </a:lnTo>
                <a:lnTo>
                  <a:pt x="2597277" y="6019800"/>
                </a:lnTo>
                <a:close/>
              </a:path>
              <a:path w="2597784" h="6591300">
                <a:moveTo>
                  <a:pt x="1365885" y="6019800"/>
                </a:moveTo>
                <a:lnTo>
                  <a:pt x="1219327" y="6019800"/>
                </a:lnTo>
                <a:lnTo>
                  <a:pt x="1329436" y="6121400"/>
                </a:lnTo>
                <a:lnTo>
                  <a:pt x="1365885" y="6146800"/>
                </a:lnTo>
                <a:lnTo>
                  <a:pt x="1365885" y="6019800"/>
                </a:lnTo>
                <a:close/>
              </a:path>
              <a:path w="2597784" h="6591300">
                <a:moveTo>
                  <a:pt x="1509014" y="5588000"/>
                </a:moveTo>
                <a:lnTo>
                  <a:pt x="1366265" y="5588000"/>
                </a:lnTo>
                <a:lnTo>
                  <a:pt x="1366265" y="5880100"/>
                </a:lnTo>
                <a:lnTo>
                  <a:pt x="1223137" y="5880100"/>
                </a:lnTo>
                <a:lnTo>
                  <a:pt x="1223137" y="6019800"/>
                </a:lnTo>
                <a:lnTo>
                  <a:pt x="1509014" y="6019800"/>
                </a:lnTo>
                <a:lnTo>
                  <a:pt x="1509014" y="5588000"/>
                </a:lnTo>
                <a:close/>
              </a:path>
              <a:path w="2597784" h="6591300">
                <a:moveTo>
                  <a:pt x="1938147" y="5880100"/>
                </a:moveTo>
                <a:lnTo>
                  <a:pt x="1795144" y="5880100"/>
                </a:lnTo>
                <a:lnTo>
                  <a:pt x="1795144" y="6019800"/>
                </a:lnTo>
                <a:lnTo>
                  <a:pt x="1938147" y="6019800"/>
                </a:lnTo>
                <a:lnTo>
                  <a:pt x="1938147" y="5880100"/>
                </a:lnTo>
                <a:close/>
              </a:path>
              <a:path w="2597784" h="6591300">
                <a:moveTo>
                  <a:pt x="937387" y="5740400"/>
                </a:moveTo>
                <a:lnTo>
                  <a:pt x="922274" y="5740400"/>
                </a:lnTo>
                <a:lnTo>
                  <a:pt x="937387" y="5753100"/>
                </a:lnTo>
                <a:lnTo>
                  <a:pt x="937387" y="5740400"/>
                </a:lnTo>
                <a:close/>
              </a:path>
              <a:path w="2597784" h="6591300">
                <a:moveTo>
                  <a:pt x="1223137" y="5588000"/>
                </a:moveTo>
                <a:lnTo>
                  <a:pt x="1080135" y="5588000"/>
                </a:lnTo>
                <a:lnTo>
                  <a:pt x="1080135" y="5740400"/>
                </a:lnTo>
                <a:lnTo>
                  <a:pt x="1223137" y="5740400"/>
                </a:lnTo>
                <a:lnTo>
                  <a:pt x="1223137" y="5588000"/>
                </a:lnTo>
                <a:close/>
              </a:path>
              <a:path w="2597784" h="6591300">
                <a:moveTo>
                  <a:pt x="2597277" y="5588000"/>
                </a:moveTo>
                <a:lnTo>
                  <a:pt x="1651762" y="5588000"/>
                </a:lnTo>
                <a:lnTo>
                  <a:pt x="1651762" y="5740400"/>
                </a:lnTo>
                <a:lnTo>
                  <a:pt x="2597277" y="5740400"/>
                </a:lnTo>
                <a:lnTo>
                  <a:pt x="2597277" y="5588000"/>
                </a:lnTo>
                <a:close/>
              </a:path>
              <a:path w="2597784" h="6591300">
                <a:moveTo>
                  <a:pt x="1080135" y="5308600"/>
                </a:moveTo>
                <a:lnTo>
                  <a:pt x="794258" y="5308600"/>
                </a:lnTo>
                <a:lnTo>
                  <a:pt x="794258" y="5448300"/>
                </a:lnTo>
                <a:lnTo>
                  <a:pt x="689356" y="5448300"/>
                </a:lnTo>
                <a:lnTo>
                  <a:pt x="734187" y="5511800"/>
                </a:lnTo>
                <a:lnTo>
                  <a:pt x="801242" y="5588000"/>
                </a:lnTo>
                <a:lnTo>
                  <a:pt x="1080135" y="5588000"/>
                </a:lnTo>
                <a:lnTo>
                  <a:pt x="1080135" y="5308600"/>
                </a:lnTo>
                <a:close/>
              </a:path>
              <a:path w="2597784" h="6591300">
                <a:moveTo>
                  <a:pt x="1366519" y="5448300"/>
                </a:moveTo>
                <a:lnTo>
                  <a:pt x="1223517" y="5448300"/>
                </a:lnTo>
                <a:lnTo>
                  <a:pt x="1223517" y="5588000"/>
                </a:lnTo>
                <a:lnTo>
                  <a:pt x="1366519" y="5588000"/>
                </a:lnTo>
                <a:lnTo>
                  <a:pt x="1366519" y="5448300"/>
                </a:lnTo>
                <a:close/>
              </a:path>
              <a:path w="2597784" h="6591300">
                <a:moveTo>
                  <a:pt x="1652397" y="5448300"/>
                </a:moveTo>
                <a:lnTo>
                  <a:pt x="1509267" y="5448300"/>
                </a:lnTo>
                <a:lnTo>
                  <a:pt x="1509267" y="5588000"/>
                </a:lnTo>
                <a:lnTo>
                  <a:pt x="1652397" y="5588000"/>
                </a:lnTo>
                <a:lnTo>
                  <a:pt x="1652397" y="5448300"/>
                </a:lnTo>
                <a:close/>
              </a:path>
              <a:path w="2597784" h="6591300">
                <a:moveTo>
                  <a:pt x="2223642" y="5448300"/>
                </a:moveTo>
                <a:lnTo>
                  <a:pt x="1794764" y="5448300"/>
                </a:lnTo>
                <a:lnTo>
                  <a:pt x="1794764" y="5588000"/>
                </a:lnTo>
                <a:lnTo>
                  <a:pt x="2223642" y="5588000"/>
                </a:lnTo>
                <a:lnTo>
                  <a:pt x="2223642" y="5448300"/>
                </a:lnTo>
                <a:close/>
              </a:path>
              <a:path w="2597784" h="6591300">
                <a:moveTo>
                  <a:pt x="2509774" y="5448300"/>
                </a:moveTo>
                <a:lnTo>
                  <a:pt x="2366772" y="5448300"/>
                </a:lnTo>
                <a:lnTo>
                  <a:pt x="2366772" y="5588000"/>
                </a:lnTo>
                <a:lnTo>
                  <a:pt x="2509774" y="5588000"/>
                </a:lnTo>
                <a:lnTo>
                  <a:pt x="2509774" y="5448300"/>
                </a:lnTo>
                <a:close/>
              </a:path>
              <a:path w="2597784" h="6591300">
                <a:moveTo>
                  <a:pt x="1509014" y="5308600"/>
                </a:moveTo>
                <a:lnTo>
                  <a:pt x="1366265" y="5308600"/>
                </a:lnTo>
                <a:lnTo>
                  <a:pt x="1366265" y="5448300"/>
                </a:lnTo>
                <a:lnTo>
                  <a:pt x="1509014" y="5448300"/>
                </a:lnTo>
                <a:lnTo>
                  <a:pt x="1509014" y="5308600"/>
                </a:lnTo>
                <a:close/>
              </a:path>
              <a:path w="2597784" h="6591300">
                <a:moveTo>
                  <a:pt x="2080640" y="5308600"/>
                </a:moveTo>
                <a:lnTo>
                  <a:pt x="1937892" y="5308600"/>
                </a:lnTo>
                <a:lnTo>
                  <a:pt x="1937892" y="5448300"/>
                </a:lnTo>
                <a:lnTo>
                  <a:pt x="2080640" y="5448300"/>
                </a:lnTo>
                <a:lnTo>
                  <a:pt x="2080640" y="5308600"/>
                </a:lnTo>
                <a:close/>
              </a:path>
              <a:path w="2597784" h="6591300">
                <a:moveTo>
                  <a:pt x="2444115" y="5308600"/>
                </a:moveTo>
                <a:lnTo>
                  <a:pt x="2224024" y="5308600"/>
                </a:lnTo>
                <a:lnTo>
                  <a:pt x="2224024" y="5448300"/>
                </a:lnTo>
                <a:lnTo>
                  <a:pt x="2597277" y="5448300"/>
                </a:lnTo>
                <a:lnTo>
                  <a:pt x="2597277" y="5397500"/>
                </a:lnTo>
                <a:lnTo>
                  <a:pt x="2444115" y="5308600"/>
                </a:lnTo>
                <a:close/>
              </a:path>
              <a:path w="2597784" h="6591300">
                <a:moveTo>
                  <a:pt x="651510" y="5308600"/>
                </a:moveTo>
                <a:lnTo>
                  <a:pt x="587502" y="5308600"/>
                </a:lnTo>
                <a:lnTo>
                  <a:pt x="651510" y="5397500"/>
                </a:lnTo>
                <a:lnTo>
                  <a:pt x="651510" y="5308600"/>
                </a:lnTo>
                <a:close/>
              </a:path>
              <a:path w="2597784" h="6591300">
                <a:moveTo>
                  <a:pt x="1365885" y="5168900"/>
                </a:moveTo>
                <a:lnTo>
                  <a:pt x="651510" y="5168900"/>
                </a:lnTo>
                <a:lnTo>
                  <a:pt x="651510" y="5308600"/>
                </a:lnTo>
                <a:lnTo>
                  <a:pt x="1365885" y="5308600"/>
                </a:lnTo>
                <a:lnTo>
                  <a:pt x="1365885" y="5168900"/>
                </a:lnTo>
                <a:close/>
              </a:path>
              <a:path w="2597784" h="6591300">
                <a:moveTo>
                  <a:pt x="1794764" y="5016500"/>
                </a:moveTo>
                <a:lnTo>
                  <a:pt x="1652015" y="5016500"/>
                </a:lnTo>
                <a:lnTo>
                  <a:pt x="1652015" y="5168900"/>
                </a:lnTo>
                <a:lnTo>
                  <a:pt x="1509014" y="5168900"/>
                </a:lnTo>
                <a:lnTo>
                  <a:pt x="1509014" y="5308600"/>
                </a:lnTo>
                <a:lnTo>
                  <a:pt x="1794764" y="5308600"/>
                </a:lnTo>
                <a:lnTo>
                  <a:pt x="1794764" y="5016500"/>
                </a:lnTo>
                <a:close/>
              </a:path>
              <a:path w="2597784" h="6591300">
                <a:moveTo>
                  <a:pt x="651510" y="4876800"/>
                </a:moveTo>
                <a:lnTo>
                  <a:pt x="365760" y="4876800"/>
                </a:lnTo>
                <a:lnTo>
                  <a:pt x="365760" y="4914900"/>
                </a:lnTo>
                <a:lnTo>
                  <a:pt x="423544" y="5041900"/>
                </a:lnTo>
                <a:lnTo>
                  <a:pt x="508508" y="5181600"/>
                </a:lnTo>
                <a:lnTo>
                  <a:pt x="508508" y="5168900"/>
                </a:lnTo>
                <a:lnTo>
                  <a:pt x="651510" y="5168900"/>
                </a:lnTo>
                <a:lnTo>
                  <a:pt x="651510" y="4876800"/>
                </a:lnTo>
                <a:close/>
              </a:path>
              <a:path w="2597784" h="6591300">
                <a:moveTo>
                  <a:pt x="2034920" y="5016500"/>
                </a:moveTo>
                <a:lnTo>
                  <a:pt x="1938147" y="5016500"/>
                </a:lnTo>
                <a:lnTo>
                  <a:pt x="1938147" y="5168900"/>
                </a:lnTo>
                <a:lnTo>
                  <a:pt x="2080894" y="5168900"/>
                </a:lnTo>
                <a:lnTo>
                  <a:pt x="2080894" y="5054600"/>
                </a:lnTo>
                <a:lnTo>
                  <a:pt x="2066416" y="5054600"/>
                </a:lnTo>
                <a:lnTo>
                  <a:pt x="2034920" y="5016500"/>
                </a:lnTo>
                <a:close/>
              </a:path>
              <a:path w="2597784" h="6591300">
                <a:moveTo>
                  <a:pt x="937387" y="4597400"/>
                </a:moveTo>
                <a:lnTo>
                  <a:pt x="794258" y="4597400"/>
                </a:lnTo>
                <a:lnTo>
                  <a:pt x="794258" y="4737100"/>
                </a:lnTo>
                <a:lnTo>
                  <a:pt x="279145" y="4737100"/>
                </a:lnTo>
                <a:lnTo>
                  <a:pt x="345059" y="4876800"/>
                </a:lnTo>
                <a:lnTo>
                  <a:pt x="794258" y="4876800"/>
                </a:lnTo>
                <a:lnTo>
                  <a:pt x="794258" y="5016500"/>
                </a:lnTo>
                <a:lnTo>
                  <a:pt x="937387" y="5016500"/>
                </a:lnTo>
                <a:lnTo>
                  <a:pt x="937387" y="4597400"/>
                </a:lnTo>
                <a:close/>
              </a:path>
              <a:path w="2597784" h="6591300">
                <a:moveTo>
                  <a:pt x="1767205" y="4737100"/>
                </a:moveTo>
                <a:lnTo>
                  <a:pt x="1509649" y="4737100"/>
                </a:lnTo>
                <a:lnTo>
                  <a:pt x="1509649" y="4876800"/>
                </a:lnTo>
                <a:lnTo>
                  <a:pt x="1366265" y="4876800"/>
                </a:lnTo>
                <a:lnTo>
                  <a:pt x="1366265" y="5016500"/>
                </a:lnTo>
                <a:lnTo>
                  <a:pt x="1937892" y="5016500"/>
                </a:lnTo>
                <a:lnTo>
                  <a:pt x="1937892" y="4927600"/>
                </a:lnTo>
                <a:lnTo>
                  <a:pt x="1842897" y="4826000"/>
                </a:lnTo>
                <a:lnTo>
                  <a:pt x="1767205" y="4737100"/>
                </a:lnTo>
                <a:close/>
              </a:path>
              <a:path w="2597784" h="6591300">
                <a:moveTo>
                  <a:pt x="1223517" y="4597400"/>
                </a:moveTo>
                <a:lnTo>
                  <a:pt x="1080389" y="4597400"/>
                </a:lnTo>
                <a:lnTo>
                  <a:pt x="1080389" y="4876800"/>
                </a:lnTo>
                <a:lnTo>
                  <a:pt x="1366519" y="4876800"/>
                </a:lnTo>
                <a:lnTo>
                  <a:pt x="1366519" y="4737100"/>
                </a:lnTo>
                <a:lnTo>
                  <a:pt x="1223517" y="4737100"/>
                </a:lnTo>
                <a:lnTo>
                  <a:pt x="1223517" y="4597400"/>
                </a:lnTo>
                <a:close/>
              </a:path>
              <a:path w="2597784" h="6591300">
                <a:moveTo>
                  <a:pt x="1080389" y="4445000"/>
                </a:moveTo>
                <a:lnTo>
                  <a:pt x="365760" y="4445000"/>
                </a:lnTo>
                <a:lnTo>
                  <a:pt x="365760" y="4737100"/>
                </a:lnTo>
                <a:lnTo>
                  <a:pt x="508508" y="4737100"/>
                </a:lnTo>
                <a:lnTo>
                  <a:pt x="508508" y="4597400"/>
                </a:lnTo>
                <a:lnTo>
                  <a:pt x="1080389" y="4597400"/>
                </a:lnTo>
                <a:lnTo>
                  <a:pt x="1080389" y="4445000"/>
                </a:lnTo>
                <a:close/>
              </a:path>
              <a:path w="2597784" h="6591300">
                <a:moveTo>
                  <a:pt x="1509649" y="4445000"/>
                </a:moveTo>
                <a:lnTo>
                  <a:pt x="1223517" y="4445000"/>
                </a:lnTo>
                <a:lnTo>
                  <a:pt x="1223517" y="4597400"/>
                </a:lnTo>
                <a:lnTo>
                  <a:pt x="1366519" y="4597400"/>
                </a:lnTo>
                <a:lnTo>
                  <a:pt x="1366519" y="4737100"/>
                </a:lnTo>
                <a:lnTo>
                  <a:pt x="1509649" y="4737100"/>
                </a:lnTo>
                <a:lnTo>
                  <a:pt x="1509649" y="4445000"/>
                </a:lnTo>
                <a:close/>
              </a:path>
              <a:path w="2597784" h="6591300">
                <a:moveTo>
                  <a:pt x="1652397" y="4572000"/>
                </a:moveTo>
                <a:lnTo>
                  <a:pt x="1652397" y="4597400"/>
                </a:lnTo>
                <a:lnTo>
                  <a:pt x="1662938" y="4597400"/>
                </a:lnTo>
                <a:lnTo>
                  <a:pt x="1652397" y="4572000"/>
                </a:lnTo>
                <a:close/>
              </a:path>
              <a:path w="2597784" h="6591300">
                <a:moveTo>
                  <a:pt x="222631" y="4445000"/>
                </a:moveTo>
                <a:lnTo>
                  <a:pt x="172338" y="4445000"/>
                </a:lnTo>
                <a:lnTo>
                  <a:pt x="191515" y="4508500"/>
                </a:lnTo>
                <a:lnTo>
                  <a:pt x="222631" y="4584700"/>
                </a:lnTo>
                <a:lnTo>
                  <a:pt x="222631" y="4445000"/>
                </a:lnTo>
                <a:close/>
              </a:path>
              <a:path w="2597784" h="6591300">
                <a:moveTo>
                  <a:pt x="366394" y="4305300"/>
                </a:moveTo>
                <a:lnTo>
                  <a:pt x="223265" y="4305300"/>
                </a:lnTo>
                <a:lnTo>
                  <a:pt x="223265" y="4445000"/>
                </a:lnTo>
                <a:lnTo>
                  <a:pt x="366394" y="4445000"/>
                </a:lnTo>
                <a:lnTo>
                  <a:pt x="366394" y="4305300"/>
                </a:lnTo>
                <a:close/>
              </a:path>
              <a:path w="2597784" h="6591300">
                <a:moveTo>
                  <a:pt x="651510" y="4305300"/>
                </a:moveTo>
                <a:lnTo>
                  <a:pt x="508508" y="4305300"/>
                </a:lnTo>
                <a:lnTo>
                  <a:pt x="508508" y="4445000"/>
                </a:lnTo>
                <a:lnTo>
                  <a:pt x="651510" y="4445000"/>
                </a:lnTo>
                <a:lnTo>
                  <a:pt x="651510" y="4305300"/>
                </a:lnTo>
                <a:close/>
              </a:path>
              <a:path w="2597784" h="6591300">
                <a:moveTo>
                  <a:pt x="79883" y="3733800"/>
                </a:moveTo>
                <a:lnTo>
                  <a:pt x="19176" y="3733800"/>
                </a:lnTo>
                <a:lnTo>
                  <a:pt x="46228" y="3949700"/>
                </a:lnTo>
                <a:lnTo>
                  <a:pt x="54810" y="3987800"/>
                </a:lnTo>
                <a:lnTo>
                  <a:pt x="64045" y="4038600"/>
                </a:lnTo>
                <a:lnTo>
                  <a:pt x="73929" y="4089400"/>
                </a:lnTo>
                <a:lnTo>
                  <a:pt x="84459" y="4140200"/>
                </a:lnTo>
                <a:lnTo>
                  <a:pt x="95631" y="4191000"/>
                </a:lnTo>
                <a:lnTo>
                  <a:pt x="107442" y="4229100"/>
                </a:lnTo>
                <a:lnTo>
                  <a:pt x="129159" y="4305300"/>
                </a:lnTo>
                <a:lnTo>
                  <a:pt x="509142" y="4305300"/>
                </a:lnTo>
                <a:lnTo>
                  <a:pt x="509142" y="4165600"/>
                </a:lnTo>
                <a:lnTo>
                  <a:pt x="222631" y="4165600"/>
                </a:lnTo>
                <a:lnTo>
                  <a:pt x="222631" y="4013200"/>
                </a:lnTo>
                <a:lnTo>
                  <a:pt x="79883" y="4013200"/>
                </a:lnTo>
                <a:lnTo>
                  <a:pt x="79883" y="3733800"/>
                </a:lnTo>
                <a:close/>
              </a:path>
              <a:path w="2597784" h="6591300">
                <a:moveTo>
                  <a:pt x="794258" y="4013200"/>
                </a:moveTo>
                <a:lnTo>
                  <a:pt x="651510" y="4013200"/>
                </a:lnTo>
                <a:lnTo>
                  <a:pt x="651510" y="4305300"/>
                </a:lnTo>
                <a:lnTo>
                  <a:pt x="937387" y="4305300"/>
                </a:lnTo>
                <a:lnTo>
                  <a:pt x="937387" y="4165600"/>
                </a:lnTo>
                <a:lnTo>
                  <a:pt x="794258" y="4165600"/>
                </a:lnTo>
                <a:lnTo>
                  <a:pt x="794258" y="4013200"/>
                </a:lnTo>
                <a:close/>
              </a:path>
              <a:path w="2597784" h="6591300">
                <a:moveTo>
                  <a:pt x="1223517" y="4013200"/>
                </a:moveTo>
                <a:lnTo>
                  <a:pt x="937387" y="4013200"/>
                </a:lnTo>
                <a:lnTo>
                  <a:pt x="937387" y="4165600"/>
                </a:lnTo>
                <a:lnTo>
                  <a:pt x="1080389" y="4165600"/>
                </a:lnTo>
                <a:lnTo>
                  <a:pt x="1080389" y="4305300"/>
                </a:lnTo>
                <a:lnTo>
                  <a:pt x="1223517" y="4305300"/>
                </a:lnTo>
                <a:lnTo>
                  <a:pt x="1223517" y="4013200"/>
                </a:lnTo>
                <a:close/>
              </a:path>
              <a:path w="2597784" h="6591300">
                <a:moveTo>
                  <a:pt x="1389380" y="4013200"/>
                </a:moveTo>
                <a:lnTo>
                  <a:pt x="1366519" y="4013200"/>
                </a:lnTo>
                <a:lnTo>
                  <a:pt x="1366519" y="4305300"/>
                </a:lnTo>
                <a:lnTo>
                  <a:pt x="1500759" y="4305300"/>
                </a:lnTo>
                <a:lnTo>
                  <a:pt x="1497457" y="4292600"/>
                </a:lnTo>
                <a:lnTo>
                  <a:pt x="1480887" y="4267200"/>
                </a:lnTo>
                <a:lnTo>
                  <a:pt x="1464913" y="4229100"/>
                </a:lnTo>
                <a:lnTo>
                  <a:pt x="1449558" y="4191000"/>
                </a:lnTo>
                <a:lnTo>
                  <a:pt x="1434845" y="4152900"/>
                </a:lnTo>
                <a:lnTo>
                  <a:pt x="1389380" y="4013200"/>
                </a:lnTo>
                <a:close/>
              </a:path>
              <a:path w="2597784" h="6591300">
                <a:moveTo>
                  <a:pt x="508508" y="3733800"/>
                </a:moveTo>
                <a:lnTo>
                  <a:pt x="365760" y="3733800"/>
                </a:lnTo>
                <a:lnTo>
                  <a:pt x="365760" y="4013200"/>
                </a:lnTo>
                <a:lnTo>
                  <a:pt x="508508" y="4013200"/>
                </a:lnTo>
                <a:lnTo>
                  <a:pt x="508508" y="3733800"/>
                </a:lnTo>
                <a:close/>
              </a:path>
              <a:path w="2597784" h="6591300">
                <a:moveTo>
                  <a:pt x="1350264" y="3873500"/>
                </a:moveTo>
                <a:lnTo>
                  <a:pt x="794258" y="3873500"/>
                </a:lnTo>
                <a:lnTo>
                  <a:pt x="794258" y="4013200"/>
                </a:lnTo>
                <a:lnTo>
                  <a:pt x="1366265" y="4013200"/>
                </a:lnTo>
                <a:lnTo>
                  <a:pt x="1366265" y="3937000"/>
                </a:lnTo>
                <a:lnTo>
                  <a:pt x="1350264" y="3873500"/>
                </a:lnTo>
                <a:close/>
              </a:path>
              <a:path w="2597784" h="6591300">
                <a:moveTo>
                  <a:pt x="794258" y="3441700"/>
                </a:moveTo>
                <a:lnTo>
                  <a:pt x="651510" y="3441700"/>
                </a:lnTo>
                <a:lnTo>
                  <a:pt x="651510" y="3873500"/>
                </a:lnTo>
                <a:lnTo>
                  <a:pt x="1223137" y="3873500"/>
                </a:lnTo>
                <a:lnTo>
                  <a:pt x="1223137" y="3733800"/>
                </a:lnTo>
                <a:lnTo>
                  <a:pt x="794258" y="3733800"/>
                </a:lnTo>
                <a:lnTo>
                  <a:pt x="794258" y="3441700"/>
                </a:lnTo>
                <a:close/>
              </a:path>
              <a:path w="2597784" h="6591300">
                <a:moveTo>
                  <a:pt x="365760" y="3162300"/>
                </a:moveTo>
                <a:lnTo>
                  <a:pt x="222631" y="3162300"/>
                </a:lnTo>
                <a:lnTo>
                  <a:pt x="222631" y="3733800"/>
                </a:lnTo>
                <a:lnTo>
                  <a:pt x="365760" y="3733800"/>
                </a:lnTo>
                <a:lnTo>
                  <a:pt x="365760" y="3441700"/>
                </a:lnTo>
                <a:lnTo>
                  <a:pt x="1080135" y="3441700"/>
                </a:lnTo>
                <a:lnTo>
                  <a:pt x="1080135" y="3302000"/>
                </a:lnTo>
                <a:lnTo>
                  <a:pt x="365760" y="3302000"/>
                </a:lnTo>
                <a:lnTo>
                  <a:pt x="365760" y="3162300"/>
                </a:lnTo>
                <a:close/>
              </a:path>
              <a:path w="2597784" h="6591300">
                <a:moveTo>
                  <a:pt x="1300988" y="3594100"/>
                </a:moveTo>
                <a:lnTo>
                  <a:pt x="937387" y="3594100"/>
                </a:lnTo>
                <a:lnTo>
                  <a:pt x="937387" y="3733800"/>
                </a:lnTo>
                <a:lnTo>
                  <a:pt x="1320927" y="3733800"/>
                </a:lnTo>
                <a:lnTo>
                  <a:pt x="1311148" y="3683000"/>
                </a:lnTo>
                <a:lnTo>
                  <a:pt x="1300988" y="3594100"/>
                </a:lnTo>
                <a:close/>
              </a:path>
              <a:path w="2597784" h="6591300">
                <a:moveTo>
                  <a:pt x="79883" y="3441700"/>
                </a:moveTo>
                <a:lnTo>
                  <a:pt x="0" y="3441700"/>
                </a:lnTo>
                <a:lnTo>
                  <a:pt x="6096" y="3581400"/>
                </a:lnTo>
                <a:lnTo>
                  <a:pt x="79883" y="3581400"/>
                </a:lnTo>
                <a:lnTo>
                  <a:pt x="79883" y="3441700"/>
                </a:lnTo>
                <a:close/>
              </a:path>
              <a:path w="2597784" h="6591300">
                <a:moveTo>
                  <a:pt x="1294764" y="3162300"/>
                </a:moveTo>
                <a:lnTo>
                  <a:pt x="1223137" y="3162300"/>
                </a:lnTo>
                <a:lnTo>
                  <a:pt x="1223137" y="3441700"/>
                </a:lnTo>
                <a:lnTo>
                  <a:pt x="1290192" y="3441700"/>
                </a:lnTo>
                <a:lnTo>
                  <a:pt x="1286510" y="3340100"/>
                </a:lnTo>
                <a:lnTo>
                  <a:pt x="1286910" y="3302000"/>
                </a:lnTo>
                <a:lnTo>
                  <a:pt x="1288097" y="3263900"/>
                </a:lnTo>
                <a:lnTo>
                  <a:pt x="1290046" y="3213100"/>
                </a:lnTo>
                <a:lnTo>
                  <a:pt x="1292733" y="3175000"/>
                </a:lnTo>
                <a:lnTo>
                  <a:pt x="1294764" y="3162300"/>
                </a:lnTo>
                <a:close/>
              </a:path>
              <a:path w="2597784" h="6591300">
                <a:moveTo>
                  <a:pt x="652144" y="3162300"/>
                </a:moveTo>
                <a:lnTo>
                  <a:pt x="508508" y="3162300"/>
                </a:lnTo>
                <a:lnTo>
                  <a:pt x="508508" y="3302000"/>
                </a:lnTo>
                <a:lnTo>
                  <a:pt x="652144" y="3302000"/>
                </a:lnTo>
                <a:lnTo>
                  <a:pt x="652144" y="3162300"/>
                </a:lnTo>
                <a:close/>
              </a:path>
              <a:path w="2597784" h="6591300">
                <a:moveTo>
                  <a:pt x="1223137" y="3009900"/>
                </a:moveTo>
                <a:lnTo>
                  <a:pt x="938022" y="3009900"/>
                </a:lnTo>
                <a:lnTo>
                  <a:pt x="938022" y="3302000"/>
                </a:lnTo>
                <a:lnTo>
                  <a:pt x="1080135" y="3302000"/>
                </a:lnTo>
                <a:lnTo>
                  <a:pt x="1080135" y="3162300"/>
                </a:lnTo>
                <a:lnTo>
                  <a:pt x="1223137" y="3162300"/>
                </a:lnTo>
                <a:lnTo>
                  <a:pt x="1223137" y="3009900"/>
                </a:lnTo>
                <a:close/>
              </a:path>
              <a:path w="2597784" h="6591300">
                <a:moveTo>
                  <a:pt x="509142" y="2870200"/>
                </a:moveTo>
                <a:lnTo>
                  <a:pt x="222631" y="2870200"/>
                </a:lnTo>
                <a:lnTo>
                  <a:pt x="222631" y="3009900"/>
                </a:lnTo>
                <a:lnTo>
                  <a:pt x="365760" y="3009900"/>
                </a:lnTo>
                <a:lnTo>
                  <a:pt x="365760" y="3162300"/>
                </a:lnTo>
                <a:lnTo>
                  <a:pt x="509142" y="3162300"/>
                </a:lnTo>
                <a:lnTo>
                  <a:pt x="509142" y="2870200"/>
                </a:lnTo>
                <a:close/>
              </a:path>
              <a:path w="2597784" h="6591300">
                <a:moveTo>
                  <a:pt x="794892" y="2730500"/>
                </a:moveTo>
                <a:lnTo>
                  <a:pt x="365760" y="2730500"/>
                </a:lnTo>
                <a:lnTo>
                  <a:pt x="365760" y="2870200"/>
                </a:lnTo>
                <a:lnTo>
                  <a:pt x="652144" y="2870200"/>
                </a:lnTo>
                <a:lnTo>
                  <a:pt x="652144" y="3162300"/>
                </a:lnTo>
                <a:lnTo>
                  <a:pt x="794892" y="3162300"/>
                </a:lnTo>
                <a:lnTo>
                  <a:pt x="794892" y="2730500"/>
                </a:lnTo>
                <a:close/>
              </a:path>
              <a:path w="2597784" h="6591300">
                <a:moveTo>
                  <a:pt x="79883" y="2870200"/>
                </a:moveTo>
                <a:lnTo>
                  <a:pt x="30353" y="2870200"/>
                </a:lnTo>
                <a:lnTo>
                  <a:pt x="12192" y="3009900"/>
                </a:lnTo>
                <a:lnTo>
                  <a:pt x="79883" y="3009900"/>
                </a:lnTo>
                <a:lnTo>
                  <a:pt x="79883" y="2870200"/>
                </a:lnTo>
                <a:close/>
              </a:path>
              <a:path w="2597784" h="6591300">
                <a:moveTo>
                  <a:pt x="1366265" y="2730500"/>
                </a:moveTo>
                <a:lnTo>
                  <a:pt x="938022" y="2730500"/>
                </a:lnTo>
                <a:lnTo>
                  <a:pt x="938022" y="2870200"/>
                </a:lnTo>
                <a:lnTo>
                  <a:pt x="1081024" y="2870200"/>
                </a:lnTo>
                <a:lnTo>
                  <a:pt x="1081024" y="3009900"/>
                </a:lnTo>
                <a:lnTo>
                  <a:pt x="1311148" y="3009900"/>
                </a:lnTo>
                <a:lnTo>
                  <a:pt x="1317601" y="2971800"/>
                </a:lnTo>
                <a:lnTo>
                  <a:pt x="1324768" y="2933700"/>
                </a:lnTo>
                <a:lnTo>
                  <a:pt x="1332650" y="2882900"/>
                </a:lnTo>
                <a:lnTo>
                  <a:pt x="1341247" y="2844800"/>
                </a:lnTo>
                <a:lnTo>
                  <a:pt x="1366265" y="2755900"/>
                </a:lnTo>
                <a:lnTo>
                  <a:pt x="1366265" y="2730500"/>
                </a:lnTo>
                <a:close/>
              </a:path>
              <a:path w="2597784" h="6591300">
                <a:moveTo>
                  <a:pt x="652144" y="2590800"/>
                </a:moveTo>
                <a:lnTo>
                  <a:pt x="79883" y="2590800"/>
                </a:lnTo>
                <a:lnTo>
                  <a:pt x="79883" y="2730500"/>
                </a:lnTo>
                <a:lnTo>
                  <a:pt x="652144" y="2730500"/>
                </a:lnTo>
                <a:lnTo>
                  <a:pt x="652144" y="2590800"/>
                </a:lnTo>
                <a:close/>
              </a:path>
              <a:path w="2597784" h="6591300">
                <a:moveTo>
                  <a:pt x="937387" y="2590800"/>
                </a:moveTo>
                <a:lnTo>
                  <a:pt x="794892" y="2590800"/>
                </a:lnTo>
                <a:lnTo>
                  <a:pt x="794892" y="2730500"/>
                </a:lnTo>
                <a:lnTo>
                  <a:pt x="937387" y="2730500"/>
                </a:lnTo>
                <a:lnTo>
                  <a:pt x="937387" y="2590800"/>
                </a:lnTo>
                <a:close/>
              </a:path>
              <a:path w="2597784" h="6591300">
                <a:moveTo>
                  <a:pt x="794258" y="2159000"/>
                </a:moveTo>
                <a:lnTo>
                  <a:pt x="651510" y="2159000"/>
                </a:lnTo>
                <a:lnTo>
                  <a:pt x="651510" y="2298700"/>
                </a:lnTo>
                <a:lnTo>
                  <a:pt x="508508" y="2298700"/>
                </a:lnTo>
                <a:lnTo>
                  <a:pt x="508508" y="2438400"/>
                </a:lnTo>
                <a:lnTo>
                  <a:pt x="365760" y="2438400"/>
                </a:lnTo>
                <a:lnTo>
                  <a:pt x="365760" y="2590800"/>
                </a:lnTo>
                <a:lnTo>
                  <a:pt x="794258" y="2590800"/>
                </a:lnTo>
                <a:lnTo>
                  <a:pt x="794258" y="2159000"/>
                </a:lnTo>
                <a:close/>
              </a:path>
              <a:path w="2597784" h="6591300">
                <a:moveTo>
                  <a:pt x="1366519" y="2298700"/>
                </a:moveTo>
                <a:lnTo>
                  <a:pt x="937640" y="2298700"/>
                </a:lnTo>
                <a:lnTo>
                  <a:pt x="937640" y="2590800"/>
                </a:lnTo>
                <a:lnTo>
                  <a:pt x="1080769" y="2590800"/>
                </a:lnTo>
                <a:lnTo>
                  <a:pt x="1080769" y="2438400"/>
                </a:lnTo>
                <a:lnTo>
                  <a:pt x="1366519" y="2438400"/>
                </a:lnTo>
                <a:lnTo>
                  <a:pt x="1366519" y="2298700"/>
                </a:lnTo>
                <a:close/>
              </a:path>
              <a:path w="2597784" h="6591300">
                <a:moveTo>
                  <a:pt x="1476248" y="2438400"/>
                </a:moveTo>
                <a:lnTo>
                  <a:pt x="1223772" y="2438400"/>
                </a:lnTo>
                <a:lnTo>
                  <a:pt x="1223772" y="2590800"/>
                </a:lnTo>
                <a:lnTo>
                  <a:pt x="1419098" y="2590800"/>
                </a:lnTo>
                <a:lnTo>
                  <a:pt x="1434845" y="2540000"/>
                </a:lnTo>
                <a:lnTo>
                  <a:pt x="1476248" y="2438400"/>
                </a:lnTo>
                <a:close/>
              </a:path>
              <a:path w="2597784" h="6591300">
                <a:moveTo>
                  <a:pt x="1545209" y="2298700"/>
                </a:moveTo>
                <a:lnTo>
                  <a:pt x="1509649" y="2298700"/>
                </a:lnTo>
                <a:lnTo>
                  <a:pt x="1509649" y="2362200"/>
                </a:lnTo>
                <a:lnTo>
                  <a:pt x="1545209" y="2298700"/>
                </a:lnTo>
                <a:close/>
              </a:path>
              <a:path w="2597784" h="6591300">
                <a:moveTo>
                  <a:pt x="1509267" y="1866900"/>
                </a:moveTo>
                <a:lnTo>
                  <a:pt x="1080389" y="1866900"/>
                </a:lnTo>
                <a:lnTo>
                  <a:pt x="1080389" y="2006600"/>
                </a:lnTo>
                <a:lnTo>
                  <a:pt x="1223517" y="2006600"/>
                </a:lnTo>
                <a:lnTo>
                  <a:pt x="1223517" y="2159000"/>
                </a:lnTo>
                <a:lnTo>
                  <a:pt x="1366519" y="2159000"/>
                </a:lnTo>
                <a:lnTo>
                  <a:pt x="1366519" y="2298700"/>
                </a:lnTo>
                <a:lnTo>
                  <a:pt x="1509267" y="2298700"/>
                </a:lnTo>
                <a:lnTo>
                  <a:pt x="1509267" y="1866900"/>
                </a:lnTo>
                <a:close/>
              </a:path>
              <a:path w="2597784" h="6591300">
                <a:moveTo>
                  <a:pt x="223012" y="2095500"/>
                </a:moveTo>
                <a:lnTo>
                  <a:pt x="201167" y="2159000"/>
                </a:lnTo>
                <a:lnTo>
                  <a:pt x="223012" y="2159000"/>
                </a:lnTo>
                <a:lnTo>
                  <a:pt x="223012" y="2095500"/>
                </a:lnTo>
                <a:close/>
              </a:path>
              <a:path w="2597784" h="6591300">
                <a:moveTo>
                  <a:pt x="1724152" y="2006600"/>
                </a:moveTo>
                <a:lnTo>
                  <a:pt x="1652015" y="2006600"/>
                </a:lnTo>
                <a:lnTo>
                  <a:pt x="1652142" y="2108200"/>
                </a:lnTo>
                <a:lnTo>
                  <a:pt x="1724152" y="2006600"/>
                </a:lnTo>
                <a:close/>
              </a:path>
              <a:path w="2597784" h="6591300">
                <a:moveTo>
                  <a:pt x="366013" y="1866900"/>
                </a:moveTo>
                <a:lnTo>
                  <a:pt x="318008" y="1866900"/>
                </a:lnTo>
                <a:lnTo>
                  <a:pt x="297180" y="1917700"/>
                </a:lnTo>
                <a:lnTo>
                  <a:pt x="257556" y="2006600"/>
                </a:lnTo>
                <a:lnTo>
                  <a:pt x="366013" y="2006600"/>
                </a:lnTo>
                <a:lnTo>
                  <a:pt x="366013" y="1866900"/>
                </a:lnTo>
                <a:close/>
              </a:path>
              <a:path w="2597784" h="6591300">
                <a:moveTo>
                  <a:pt x="508508" y="1511300"/>
                </a:moveTo>
                <a:lnTo>
                  <a:pt x="423544" y="1651000"/>
                </a:lnTo>
                <a:lnTo>
                  <a:pt x="388619" y="1727200"/>
                </a:lnTo>
                <a:lnTo>
                  <a:pt x="508508" y="1727200"/>
                </a:lnTo>
                <a:lnTo>
                  <a:pt x="508508" y="2006600"/>
                </a:lnTo>
                <a:lnTo>
                  <a:pt x="651510" y="2006600"/>
                </a:lnTo>
                <a:lnTo>
                  <a:pt x="651510" y="1587500"/>
                </a:lnTo>
                <a:lnTo>
                  <a:pt x="508508" y="1587500"/>
                </a:lnTo>
                <a:lnTo>
                  <a:pt x="508508" y="1511300"/>
                </a:lnTo>
                <a:close/>
              </a:path>
              <a:path w="2597784" h="6591300">
                <a:moveTo>
                  <a:pt x="1837943" y="1866900"/>
                </a:moveTo>
                <a:lnTo>
                  <a:pt x="1795144" y="1866900"/>
                </a:lnTo>
                <a:lnTo>
                  <a:pt x="1795144" y="1917700"/>
                </a:lnTo>
                <a:lnTo>
                  <a:pt x="1837943" y="1866900"/>
                </a:lnTo>
                <a:close/>
              </a:path>
              <a:path w="2597784" h="6591300">
                <a:moveTo>
                  <a:pt x="937640" y="1587500"/>
                </a:moveTo>
                <a:lnTo>
                  <a:pt x="794638" y="1587500"/>
                </a:lnTo>
                <a:lnTo>
                  <a:pt x="794638" y="1866900"/>
                </a:lnTo>
                <a:lnTo>
                  <a:pt x="1223517" y="1866900"/>
                </a:lnTo>
                <a:lnTo>
                  <a:pt x="1223517" y="1727200"/>
                </a:lnTo>
                <a:lnTo>
                  <a:pt x="937640" y="1727200"/>
                </a:lnTo>
                <a:lnTo>
                  <a:pt x="937640" y="1587500"/>
                </a:lnTo>
                <a:close/>
              </a:path>
              <a:path w="2597784" h="6591300">
                <a:moveTo>
                  <a:pt x="1974977" y="1727200"/>
                </a:moveTo>
                <a:lnTo>
                  <a:pt x="1938147" y="1727200"/>
                </a:lnTo>
                <a:lnTo>
                  <a:pt x="1938147" y="1765300"/>
                </a:lnTo>
                <a:lnTo>
                  <a:pt x="1950847" y="1752600"/>
                </a:lnTo>
                <a:lnTo>
                  <a:pt x="1974977" y="1727200"/>
                </a:lnTo>
                <a:close/>
              </a:path>
              <a:path w="2597784" h="6591300">
                <a:moveTo>
                  <a:pt x="1509014" y="1587500"/>
                </a:moveTo>
                <a:lnTo>
                  <a:pt x="1223137" y="1587500"/>
                </a:lnTo>
                <a:lnTo>
                  <a:pt x="1223137" y="1727200"/>
                </a:lnTo>
                <a:lnTo>
                  <a:pt x="1509014" y="1727200"/>
                </a:lnTo>
                <a:lnTo>
                  <a:pt x="1509014" y="1587500"/>
                </a:lnTo>
                <a:close/>
              </a:path>
              <a:path w="2597784" h="6591300">
                <a:moveTo>
                  <a:pt x="1938147" y="1587500"/>
                </a:moveTo>
                <a:lnTo>
                  <a:pt x="1795144" y="1587500"/>
                </a:lnTo>
                <a:lnTo>
                  <a:pt x="1795144" y="1727200"/>
                </a:lnTo>
                <a:lnTo>
                  <a:pt x="1938147" y="1727200"/>
                </a:lnTo>
                <a:lnTo>
                  <a:pt x="1938147" y="1587500"/>
                </a:lnTo>
                <a:close/>
              </a:path>
              <a:path w="2597784" h="6591300">
                <a:moveTo>
                  <a:pt x="2144267" y="1587500"/>
                </a:moveTo>
                <a:lnTo>
                  <a:pt x="2080894" y="1587500"/>
                </a:lnTo>
                <a:lnTo>
                  <a:pt x="2080894" y="1625600"/>
                </a:lnTo>
                <a:lnTo>
                  <a:pt x="2144267" y="1587500"/>
                </a:lnTo>
                <a:close/>
              </a:path>
              <a:path w="2597784" h="6591300">
                <a:moveTo>
                  <a:pt x="794892" y="1435100"/>
                </a:moveTo>
                <a:lnTo>
                  <a:pt x="651890" y="1435100"/>
                </a:lnTo>
                <a:lnTo>
                  <a:pt x="651890" y="1587500"/>
                </a:lnTo>
                <a:lnTo>
                  <a:pt x="794892" y="1587500"/>
                </a:lnTo>
                <a:lnTo>
                  <a:pt x="794892" y="1435100"/>
                </a:lnTo>
                <a:close/>
              </a:path>
              <a:path w="2597784" h="6591300">
                <a:moveTo>
                  <a:pt x="1223137" y="1155700"/>
                </a:moveTo>
                <a:lnTo>
                  <a:pt x="1080135" y="1155700"/>
                </a:lnTo>
                <a:lnTo>
                  <a:pt x="1080135" y="1587500"/>
                </a:lnTo>
                <a:lnTo>
                  <a:pt x="1366265" y="1587500"/>
                </a:lnTo>
                <a:lnTo>
                  <a:pt x="1366265" y="1435100"/>
                </a:lnTo>
                <a:lnTo>
                  <a:pt x="1223137" y="1435100"/>
                </a:lnTo>
                <a:lnTo>
                  <a:pt x="1223137" y="1155700"/>
                </a:lnTo>
                <a:close/>
              </a:path>
              <a:path w="2597784" h="6591300">
                <a:moveTo>
                  <a:pt x="2342388" y="1435100"/>
                </a:moveTo>
                <a:lnTo>
                  <a:pt x="2223642" y="1435100"/>
                </a:lnTo>
                <a:lnTo>
                  <a:pt x="2223642" y="1524000"/>
                </a:lnTo>
                <a:lnTo>
                  <a:pt x="2319019" y="1447800"/>
                </a:lnTo>
                <a:lnTo>
                  <a:pt x="2342388" y="1435100"/>
                </a:lnTo>
                <a:close/>
              </a:path>
              <a:path w="2597784" h="6591300">
                <a:moveTo>
                  <a:pt x="2224024" y="1295400"/>
                </a:moveTo>
                <a:lnTo>
                  <a:pt x="1652015" y="1295400"/>
                </a:lnTo>
                <a:lnTo>
                  <a:pt x="1652015" y="1435100"/>
                </a:lnTo>
                <a:lnTo>
                  <a:pt x="2224024" y="1435100"/>
                </a:lnTo>
                <a:lnTo>
                  <a:pt x="2224024" y="1295400"/>
                </a:lnTo>
                <a:close/>
              </a:path>
              <a:path w="2597784" h="6591300">
                <a:moveTo>
                  <a:pt x="794258" y="1104900"/>
                </a:moveTo>
                <a:lnTo>
                  <a:pt x="734187" y="1181100"/>
                </a:lnTo>
                <a:lnTo>
                  <a:pt x="650239" y="1295400"/>
                </a:lnTo>
                <a:lnTo>
                  <a:pt x="937387" y="1295400"/>
                </a:lnTo>
                <a:lnTo>
                  <a:pt x="937387" y="1155700"/>
                </a:lnTo>
                <a:lnTo>
                  <a:pt x="794258" y="1155700"/>
                </a:lnTo>
                <a:lnTo>
                  <a:pt x="794258" y="1104900"/>
                </a:lnTo>
                <a:close/>
              </a:path>
              <a:path w="2597784" h="6591300">
                <a:moveTo>
                  <a:pt x="1509014" y="1155700"/>
                </a:moveTo>
                <a:lnTo>
                  <a:pt x="1366265" y="1155700"/>
                </a:lnTo>
                <a:lnTo>
                  <a:pt x="1366265" y="1295400"/>
                </a:lnTo>
                <a:lnTo>
                  <a:pt x="1509014" y="1295400"/>
                </a:lnTo>
                <a:lnTo>
                  <a:pt x="1509014" y="1155700"/>
                </a:lnTo>
                <a:close/>
              </a:path>
              <a:path w="2597784" h="6591300">
                <a:moveTo>
                  <a:pt x="1795144" y="863600"/>
                </a:moveTo>
                <a:lnTo>
                  <a:pt x="1509267" y="863600"/>
                </a:lnTo>
                <a:lnTo>
                  <a:pt x="1509267" y="1155700"/>
                </a:lnTo>
                <a:lnTo>
                  <a:pt x="1795144" y="1155700"/>
                </a:lnTo>
                <a:lnTo>
                  <a:pt x="1795144" y="1295400"/>
                </a:lnTo>
                <a:lnTo>
                  <a:pt x="1938147" y="1295400"/>
                </a:lnTo>
                <a:lnTo>
                  <a:pt x="1938147" y="1003300"/>
                </a:lnTo>
                <a:lnTo>
                  <a:pt x="1795144" y="1003300"/>
                </a:lnTo>
                <a:lnTo>
                  <a:pt x="1795144" y="863600"/>
                </a:lnTo>
                <a:close/>
              </a:path>
              <a:path w="2597784" h="6591300">
                <a:moveTo>
                  <a:pt x="2597277" y="1155700"/>
                </a:moveTo>
                <a:lnTo>
                  <a:pt x="2509774" y="1155700"/>
                </a:lnTo>
                <a:lnTo>
                  <a:pt x="2509774" y="1295400"/>
                </a:lnTo>
                <a:lnTo>
                  <a:pt x="2597277" y="1295400"/>
                </a:lnTo>
                <a:lnTo>
                  <a:pt x="2597277" y="1155700"/>
                </a:lnTo>
                <a:close/>
              </a:path>
              <a:path w="2597784" h="6591300">
                <a:moveTo>
                  <a:pt x="1080389" y="1003300"/>
                </a:moveTo>
                <a:lnTo>
                  <a:pt x="937387" y="1003300"/>
                </a:lnTo>
                <a:lnTo>
                  <a:pt x="937387" y="1155700"/>
                </a:lnTo>
                <a:lnTo>
                  <a:pt x="1080389" y="1155700"/>
                </a:lnTo>
                <a:lnTo>
                  <a:pt x="1080389" y="1003300"/>
                </a:lnTo>
                <a:close/>
              </a:path>
              <a:path w="2597784" h="6591300">
                <a:moveTo>
                  <a:pt x="1366265" y="1003300"/>
                </a:moveTo>
                <a:lnTo>
                  <a:pt x="1223137" y="1003300"/>
                </a:lnTo>
                <a:lnTo>
                  <a:pt x="1223137" y="1155700"/>
                </a:lnTo>
                <a:lnTo>
                  <a:pt x="1366265" y="1155700"/>
                </a:lnTo>
                <a:lnTo>
                  <a:pt x="1366265" y="1003300"/>
                </a:lnTo>
                <a:close/>
              </a:path>
              <a:path w="2597784" h="6591300">
                <a:moveTo>
                  <a:pt x="1223137" y="863600"/>
                </a:moveTo>
                <a:lnTo>
                  <a:pt x="1080389" y="863600"/>
                </a:lnTo>
                <a:lnTo>
                  <a:pt x="1080389" y="1003300"/>
                </a:lnTo>
                <a:lnTo>
                  <a:pt x="1223137" y="1003300"/>
                </a:lnTo>
                <a:lnTo>
                  <a:pt x="1223137" y="863600"/>
                </a:lnTo>
                <a:close/>
              </a:path>
              <a:path w="2597784" h="6591300">
                <a:moveTo>
                  <a:pt x="2080894" y="863600"/>
                </a:moveTo>
                <a:lnTo>
                  <a:pt x="1938147" y="863600"/>
                </a:lnTo>
                <a:lnTo>
                  <a:pt x="1938147" y="1003300"/>
                </a:lnTo>
                <a:lnTo>
                  <a:pt x="2080894" y="1003300"/>
                </a:lnTo>
                <a:lnTo>
                  <a:pt x="2080894" y="863600"/>
                </a:lnTo>
                <a:close/>
              </a:path>
              <a:path w="2597784" h="6591300">
                <a:moveTo>
                  <a:pt x="2597277" y="863600"/>
                </a:moveTo>
                <a:lnTo>
                  <a:pt x="2509774" y="863600"/>
                </a:lnTo>
                <a:lnTo>
                  <a:pt x="2509774" y="1003300"/>
                </a:lnTo>
                <a:lnTo>
                  <a:pt x="2597277" y="1003300"/>
                </a:lnTo>
                <a:lnTo>
                  <a:pt x="2597277" y="863600"/>
                </a:lnTo>
                <a:close/>
              </a:path>
              <a:path w="2597784" h="6591300">
                <a:moveTo>
                  <a:pt x="1080769" y="787400"/>
                </a:moveTo>
                <a:lnTo>
                  <a:pt x="1009014" y="863600"/>
                </a:lnTo>
                <a:lnTo>
                  <a:pt x="1080769" y="863600"/>
                </a:lnTo>
                <a:lnTo>
                  <a:pt x="1080769" y="787400"/>
                </a:lnTo>
                <a:close/>
              </a:path>
              <a:path w="2597784" h="6591300">
                <a:moveTo>
                  <a:pt x="1938147" y="723900"/>
                </a:moveTo>
                <a:lnTo>
                  <a:pt x="1223517" y="723900"/>
                </a:lnTo>
                <a:lnTo>
                  <a:pt x="1223517" y="863600"/>
                </a:lnTo>
                <a:lnTo>
                  <a:pt x="1938147" y="863600"/>
                </a:lnTo>
                <a:lnTo>
                  <a:pt x="1938147" y="723900"/>
                </a:lnTo>
                <a:close/>
              </a:path>
              <a:path w="2597784" h="6591300">
                <a:moveTo>
                  <a:pt x="2224278" y="723900"/>
                </a:moveTo>
                <a:lnTo>
                  <a:pt x="2081276" y="723900"/>
                </a:lnTo>
                <a:lnTo>
                  <a:pt x="2081276" y="863600"/>
                </a:lnTo>
                <a:lnTo>
                  <a:pt x="2224278" y="863600"/>
                </a:lnTo>
                <a:lnTo>
                  <a:pt x="2224278" y="723900"/>
                </a:lnTo>
                <a:close/>
              </a:path>
              <a:path w="2597784" h="6591300">
                <a:moveTo>
                  <a:pt x="2223642" y="431800"/>
                </a:moveTo>
                <a:lnTo>
                  <a:pt x="1938528" y="431800"/>
                </a:lnTo>
                <a:lnTo>
                  <a:pt x="1938528" y="723900"/>
                </a:lnTo>
                <a:lnTo>
                  <a:pt x="2366772" y="723900"/>
                </a:lnTo>
                <a:lnTo>
                  <a:pt x="2366772" y="584200"/>
                </a:lnTo>
                <a:lnTo>
                  <a:pt x="2223642" y="584200"/>
                </a:lnTo>
                <a:lnTo>
                  <a:pt x="2223642" y="431800"/>
                </a:lnTo>
                <a:close/>
              </a:path>
              <a:path w="2597784" h="6591300">
                <a:moveTo>
                  <a:pt x="2597277" y="584200"/>
                </a:moveTo>
                <a:lnTo>
                  <a:pt x="2509774" y="584200"/>
                </a:lnTo>
                <a:lnTo>
                  <a:pt x="2509774" y="723900"/>
                </a:lnTo>
                <a:lnTo>
                  <a:pt x="2597277" y="723900"/>
                </a:lnTo>
                <a:lnTo>
                  <a:pt x="2597277" y="584200"/>
                </a:lnTo>
                <a:close/>
              </a:path>
              <a:path w="2597784" h="6591300">
                <a:moveTo>
                  <a:pt x="1795144" y="254000"/>
                </a:moveTo>
                <a:lnTo>
                  <a:pt x="1652397" y="342900"/>
                </a:lnTo>
                <a:lnTo>
                  <a:pt x="1652397" y="584200"/>
                </a:lnTo>
                <a:lnTo>
                  <a:pt x="1795399" y="584200"/>
                </a:lnTo>
                <a:lnTo>
                  <a:pt x="1795399" y="431800"/>
                </a:lnTo>
                <a:lnTo>
                  <a:pt x="2509774" y="431800"/>
                </a:lnTo>
                <a:lnTo>
                  <a:pt x="2509774" y="292100"/>
                </a:lnTo>
                <a:lnTo>
                  <a:pt x="1795144" y="292100"/>
                </a:lnTo>
                <a:lnTo>
                  <a:pt x="1795144" y="254000"/>
                </a:lnTo>
                <a:close/>
              </a:path>
              <a:path w="2597784" h="6591300">
                <a:moveTo>
                  <a:pt x="2224024" y="50800"/>
                </a:moveTo>
                <a:lnTo>
                  <a:pt x="2054860" y="127000"/>
                </a:lnTo>
                <a:lnTo>
                  <a:pt x="2004567" y="152400"/>
                </a:lnTo>
                <a:lnTo>
                  <a:pt x="2080894" y="152400"/>
                </a:lnTo>
                <a:lnTo>
                  <a:pt x="2080894" y="292100"/>
                </a:lnTo>
                <a:lnTo>
                  <a:pt x="2224024" y="292100"/>
                </a:lnTo>
                <a:lnTo>
                  <a:pt x="2224024" y="50800"/>
                </a:lnTo>
                <a:close/>
              </a:path>
              <a:path w="2597784" h="6591300">
                <a:moveTo>
                  <a:pt x="2509774" y="0"/>
                </a:moveTo>
                <a:lnTo>
                  <a:pt x="2366772" y="0"/>
                </a:lnTo>
                <a:lnTo>
                  <a:pt x="2366772" y="152400"/>
                </a:lnTo>
                <a:lnTo>
                  <a:pt x="2509774" y="152400"/>
                </a:lnTo>
                <a:lnTo>
                  <a:pt x="2509774" y="0"/>
                </a:lnTo>
                <a:close/>
              </a:path>
            </a:pathLst>
          </a:custGeom>
          <a:solidFill>
            <a:srgbClr val="EF4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3242" y="453339"/>
            <a:ext cx="100799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766" y="1586463"/>
            <a:ext cx="10794365" cy="276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94769" y="6513817"/>
            <a:ext cx="2343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w3schools.com/datascience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80"/>
              </a:spcBef>
            </a:pPr>
            <a:r>
              <a:rPr sz="5400" b="0" spc="9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5400" b="0" spc="-4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50" dirty="0">
                <a:solidFill>
                  <a:srgbClr val="FFFFFF"/>
                </a:solidFill>
                <a:latin typeface="Verdana"/>
                <a:cs typeface="Verdana"/>
              </a:rPr>
              <a:t>Science</a:t>
            </a:r>
            <a:r>
              <a:rPr sz="5400" b="0" spc="-3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70" dirty="0">
                <a:solidFill>
                  <a:srgbClr val="FFFFFF"/>
                </a:solidFill>
                <a:latin typeface="Verdana"/>
                <a:cs typeface="Verdana"/>
              </a:rPr>
              <a:t>Fundamentals</a:t>
            </a:r>
            <a:endParaRPr sz="5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800" spc="-95" dirty="0">
                <a:solidFill>
                  <a:srgbClr val="FFFFFF"/>
                </a:solidFill>
              </a:rPr>
              <a:t>Dimensionality</a:t>
            </a:r>
            <a:r>
              <a:rPr sz="2800" spc="-10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Reduction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4183379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Before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5" dirty="0">
                <a:solidFill>
                  <a:srgbClr val="FFFFFF"/>
                </a:solidFill>
                <a:latin typeface="Verdana"/>
                <a:cs typeface="Verdana"/>
              </a:rPr>
              <a:t>started…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85" dirty="0">
                <a:solidFill>
                  <a:srgbClr val="FFFFFF"/>
                </a:solidFill>
                <a:latin typeface="Verdana"/>
                <a:cs typeface="Verdana"/>
              </a:rPr>
              <a:t>Practicalities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Learning</a:t>
            </a:r>
            <a:r>
              <a:rPr spc="-135" dirty="0"/>
              <a:t> </a:t>
            </a:r>
            <a:r>
              <a:rPr spc="-4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10949940" cy="29387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9085" marR="104775" indent="-287020">
              <a:lnSpc>
                <a:spcPts val="2270"/>
              </a:lnSpc>
              <a:spcBef>
                <a:spcPts val="3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You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understand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apply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different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types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of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regression,</a:t>
            </a:r>
            <a:r>
              <a:rPr sz="2100" spc="-5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know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when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how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use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them,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can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execute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put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practice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as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well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as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interpret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results.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985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You</a:t>
            </a:r>
            <a:r>
              <a:rPr sz="2100" spc="-5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recognize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overfitting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regression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models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3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learn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techniques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prevent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overfitting.</a:t>
            </a:r>
            <a:endParaRPr sz="2100">
              <a:latin typeface="Arial MT"/>
              <a:cs typeface="Arial MT"/>
            </a:endParaRPr>
          </a:p>
          <a:p>
            <a:pPr marL="299085" marR="5080" indent="-287020">
              <a:lnSpc>
                <a:spcPts val="2270"/>
              </a:lnSpc>
              <a:spcBef>
                <a:spcPts val="230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You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learn</a:t>
            </a:r>
            <a:r>
              <a:rPr sz="2100" spc="-3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about</a:t>
            </a:r>
            <a:r>
              <a:rPr sz="2100" spc="-3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different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clustering</a:t>
            </a:r>
            <a:r>
              <a:rPr sz="2100" spc="-6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techniques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understand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when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how</a:t>
            </a:r>
            <a:r>
              <a:rPr sz="2100" spc="-3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3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use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them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for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grouping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ts val="2395"/>
              </a:lnSpc>
              <a:spcBef>
                <a:spcPts val="19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BC6D00"/>
                </a:solidFill>
                <a:latin typeface="Arial MT"/>
                <a:cs typeface="Arial MT"/>
              </a:rPr>
              <a:t>You</a:t>
            </a:r>
            <a:r>
              <a:rPr sz="2100" spc="-6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gain</a:t>
            </a:r>
            <a:r>
              <a:rPr sz="2100" spc="-5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an</a:t>
            </a:r>
            <a:r>
              <a:rPr sz="2100" spc="-4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understanding</a:t>
            </a:r>
            <a:r>
              <a:rPr sz="2100" spc="-6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of</a:t>
            </a:r>
            <a:r>
              <a:rPr sz="2100" spc="-3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dimensionality</a:t>
            </a:r>
            <a:r>
              <a:rPr sz="2100" spc="-7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reduction</a:t>
            </a:r>
            <a:r>
              <a:rPr sz="2100" spc="-6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techniques</a:t>
            </a:r>
            <a:r>
              <a:rPr sz="2100" spc="-5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and</a:t>
            </a:r>
            <a:r>
              <a:rPr sz="2100" spc="-5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learn</a:t>
            </a:r>
            <a:r>
              <a:rPr sz="2100" spc="-4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how</a:t>
            </a:r>
            <a:r>
              <a:rPr sz="2100" spc="-5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to</a:t>
            </a:r>
            <a:r>
              <a:rPr sz="2100" spc="-4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BC6D00"/>
                </a:solidFill>
                <a:latin typeface="Arial MT"/>
                <a:cs typeface="Arial MT"/>
              </a:rPr>
              <a:t>apply</a:t>
            </a:r>
            <a:endParaRPr sz="2100">
              <a:latin typeface="Arial MT"/>
              <a:cs typeface="Arial MT"/>
            </a:endParaRPr>
          </a:p>
          <a:p>
            <a:pPr marL="299085">
              <a:lnSpc>
                <a:spcPts val="2395"/>
              </a:lnSpc>
            </a:pP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them</a:t>
            </a:r>
            <a:r>
              <a:rPr sz="2100" spc="-3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to</a:t>
            </a:r>
            <a:r>
              <a:rPr sz="2100" spc="-1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compress</a:t>
            </a:r>
            <a:r>
              <a:rPr sz="2100" spc="-15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and</a:t>
            </a:r>
            <a:r>
              <a:rPr sz="2100" spc="-3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BC6D00"/>
                </a:solidFill>
                <a:latin typeface="Arial MT"/>
                <a:cs typeface="Arial MT"/>
              </a:rPr>
              <a:t>visualize</a:t>
            </a:r>
            <a:r>
              <a:rPr sz="2100" spc="-30" dirty="0">
                <a:solidFill>
                  <a:srgbClr val="BC6D00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BC6D00"/>
                </a:solidFill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3287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95" dirty="0"/>
              <a:t>material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5555615" cy="369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Canvas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Slides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&amp; exercises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from</a:t>
            </a:r>
            <a:r>
              <a:rPr sz="2100" spc="-10" dirty="0">
                <a:latin typeface="Arial MT"/>
                <a:cs typeface="Arial MT"/>
              </a:rPr>
              <a:t> classes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Online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spc="-10" dirty="0">
                <a:latin typeface="Arial MT"/>
                <a:cs typeface="Arial MT"/>
                <a:hlinkClick r:id="rId2"/>
              </a:rPr>
              <a:t>https://www.w3schools.com/datascience/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Software</a:t>
            </a:r>
            <a:endParaRPr sz="2100">
              <a:latin typeface="Arial"/>
              <a:cs typeface="Arial"/>
            </a:endParaRPr>
          </a:p>
          <a:p>
            <a:pPr marL="715010" marR="375285" lvl="1" indent="-342900">
              <a:lnSpc>
                <a:spcPts val="2270"/>
              </a:lnSpc>
              <a:spcBef>
                <a:spcPts val="202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JupyterLab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work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Anaconda/VS </a:t>
            </a:r>
            <a:r>
              <a:rPr sz="2100" dirty="0">
                <a:latin typeface="Arial MT"/>
                <a:cs typeface="Arial MT"/>
              </a:rPr>
              <a:t>Code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10" dirty="0">
                <a:latin typeface="Arial MT"/>
                <a:cs typeface="Arial MT"/>
              </a:rPr>
              <a:t> prefer)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Internet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0766" y="1933067"/>
            <a:ext cx="5154675" cy="29825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30" dirty="0"/>
              <a:t>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90548"/>
            <a:ext cx="9066530" cy="26777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50"/>
              </a:spcBef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Course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Structure: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4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Lectures: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3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hours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week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(theory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Attendance: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compulsory,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but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strongly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recommended.</a:t>
            </a:r>
            <a:endParaRPr sz="2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Clr>
                <a:srgbClr val="F96331"/>
              </a:buClr>
              <a:buFont typeface="Arial MT"/>
              <a:buChar char="•"/>
            </a:pP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Examination</a:t>
            </a:r>
            <a:r>
              <a:rPr sz="2100" b="1" spc="-1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Breakdown: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30%: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Continuous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assessment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(mandatory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5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70%: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Final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exam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(oral,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theoretical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some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practical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elements)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5360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15" dirty="0"/>
              <a:t>Is</a:t>
            </a:r>
            <a:r>
              <a:rPr spc="-70" dirty="0"/>
              <a:t> </a:t>
            </a:r>
            <a:r>
              <a:rPr spc="-395" dirty="0"/>
              <a:t>it</a:t>
            </a:r>
            <a:r>
              <a:rPr spc="-70" dirty="0"/>
              <a:t> </a:t>
            </a:r>
            <a:r>
              <a:rPr spc="-210" dirty="0"/>
              <a:t>difficult</a:t>
            </a:r>
            <a:r>
              <a:rPr spc="-114" dirty="0"/>
              <a:t> </a:t>
            </a:r>
            <a:r>
              <a:rPr spc="-160" dirty="0"/>
              <a:t>to</a:t>
            </a:r>
            <a:r>
              <a:rPr spc="-105" dirty="0"/>
              <a:t> </a:t>
            </a:r>
            <a:r>
              <a:rPr spc="-25" dirty="0"/>
              <a:t>pass?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2258314"/>
            <a:ext cx="5083175" cy="226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It’s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perfectly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doable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b="1" dirty="0">
                <a:latin typeface="Arial"/>
                <a:cs typeface="Arial"/>
              </a:rPr>
              <a:t>if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in</a:t>
            </a:r>
            <a:r>
              <a:rPr sz="2100" b="1" spc="-2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spc="-20" dirty="0">
                <a:latin typeface="Arial"/>
                <a:cs typeface="Arial"/>
              </a:rPr>
              <a:t>work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Come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class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Participate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0" dirty="0">
                <a:latin typeface="Arial MT"/>
                <a:cs typeface="Arial MT"/>
              </a:rPr>
              <a:t> lessons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Make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 descr="a man in a leather jacket is making a funny face while looking at the camera 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8111" y="1740738"/>
            <a:ext cx="4743450" cy="39814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How</a:t>
            </a:r>
            <a:r>
              <a:rPr spc="-85" dirty="0"/>
              <a:t> </a:t>
            </a:r>
            <a:r>
              <a:rPr spc="-160" dirty="0"/>
              <a:t>to</a:t>
            </a:r>
            <a:r>
              <a:rPr spc="-70" dirty="0"/>
              <a:t> </a:t>
            </a:r>
            <a:r>
              <a:rPr spc="135" dirty="0"/>
              <a:t>be</a:t>
            </a:r>
            <a:r>
              <a:rPr spc="-85" dirty="0"/>
              <a:t> </a:t>
            </a:r>
            <a:r>
              <a:rPr dirty="0"/>
              <a:t>an</a:t>
            </a:r>
            <a:r>
              <a:rPr spc="-80" dirty="0"/>
              <a:t> </a:t>
            </a:r>
            <a:r>
              <a:rPr dirty="0"/>
              <a:t>ideal</a:t>
            </a:r>
            <a:r>
              <a:rPr spc="-100" dirty="0"/>
              <a:t> </a:t>
            </a:r>
            <a:r>
              <a:rPr spc="-155" dirty="0"/>
              <a:t>student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8574405" cy="337629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Attend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classes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even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hardy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Show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respect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towards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instructor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fellow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students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Be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punctual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you'll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find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closed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Meet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deadlines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late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submissions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earn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solid</a:t>
            </a:r>
            <a:r>
              <a:rPr sz="2100" spc="-20" dirty="0">
                <a:latin typeface="Arial MT"/>
                <a:cs typeface="Arial MT"/>
              </a:rPr>
              <a:t> zero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Have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question?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just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ask!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don't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bite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Know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all?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help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classmates,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might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repay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pizza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Do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your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own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work!</a:t>
            </a:r>
            <a:r>
              <a:rPr sz="2100" b="1" spc="-4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shortcuts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lead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academic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career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;)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6471" y="1700098"/>
            <a:ext cx="11499215" cy="4334510"/>
            <a:chOff x="466471" y="1700098"/>
            <a:chExt cx="11499215" cy="4334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471" y="1700098"/>
              <a:ext cx="11459254" cy="43344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18581" y="3429000"/>
              <a:ext cx="6009005" cy="742315"/>
            </a:xfrm>
            <a:custGeom>
              <a:avLst/>
              <a:gdLst/>
              <a:ahLst/>
              <a:cxnLst/>
              <a:rect l="l" t="t" r="r" b="b"/>
              <a:pathLst>
                <a:path w="6009005" h="742314">
                  <a:moveTo>
                    <a:pt x="0" y="53594"/>
                  </a:moveTo>
                  <a:lnTo>
                    <a:pt x="4212" y="32736"/>
                  </a:lnTo>
                  <a:lnTo>
                    <a:pt x="15700" y="15700"/>
                  </a:lnTo>
                  <a:lnTo>
                    <a:pt x="32736" y="4212"/>
                  </a:lnTo>
                  <a:lnTo>
                    <a:pt x="53594" y="0"/>
                  </a:lnTo>
                  <a:lnTo>
                    <a:pt x="5955411" y="0"/>
                  </a:lnTo>
                  <a:lnTo>
                    <a:pt x="5976248" y="4212"/>
                  </a:lnTo>
                  <a:lnTo>
                    <a:pt x="5993241" y="15700"/>
                  </a:lnTo>
                  <a:lnTo>
                    <a:pt x="6004685" y="32736"/>
                  </a:lnTo>
                  <a:lnTo>
                    <a:pt x="6008878" y="53594"/>
                  </a:lnTo>
                  <a:lnTo>
                    <a:pt x="6008878" y="688213"/>
                  </a:lnTo>
                  <a:lnTo>
                    <a:pt x="6004685" y="709070"/>
                  </a:lnTo>
                  <a:lnTo>
                    <a:pt x="5993241" y="726106"/>
                  </a:lnTo>
                  <a:lnTo>
                    <a:pt x="5976248" y="737594"/>
                  </a:lnTo>
                  <a:lnTo>
                    <a:pt x="5955411" y="741807"/>
                  </a:lnTo>
                  <a:lnTo>
                    <a:pt x="53594" y="741807"/>
                  </a:lnTo>
                  <a:lnTo>
                    <a:pt x="32736" y="737594"/>
                  </a:lnTo>
                  <a:lnTo>
                    <a:pt x="15700" y="726106"/>
                  </a:lnTo>
                  <a:lnTo>
                    <a:pt x="4212" y="709070"/>
                  </a:lnTo>
                  <a:lnTo>
                    <a:pt x="0" y="688213"/>
                  </a:lnTo>
                  <a:lnTo>
                    <a:pt x="0" y="53594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Syllabus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936363" y="6249415"/>
            <a:ext cx="1966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(subject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change)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841057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Now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54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4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300" dirty="0">
                <a:solidFill>
                  <a:srgbClr val="FFFFFF"/>
                </a:solidFill>
                <a:latin typeface="Verdana"/>
                <a:cs typeface="Verdana"/>
              </a:rPr>
              <a:t>fun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0" dirty="0">
                <a:solidFill>
                  <a:srgbClr val="FFFFFF"/>
                </a:solidFill>
                <a:latin typeface="Verdana"/>
                <a:cs typeface="Verdana"/>
              </a:rPr>
              <a:t>part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185" dirty="0">
                <a:solidFill>
                  <a:srgbClr val="FFFFFF"/>
                </a:solidFill>
                <a:latin typeface="Verdana"/>
                <a:cs typeface="Verdana"/>
              </a:rPr>
              <a:t>Dimensionality</a:t>
            </a:r>
            <a:r>
              <a:rPr sz="5400" b="0" spc="-3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10" dirty="0">
                <a:solidFill>
                  <a:srgbClr val="FFFFFF"/>
                </a:solidFill>
                <a:latin typeface="Verdana"/>
                <a:cs typeface="Verdana"/>
              </a:rPr>
              <a:t>Reduction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856" y="721004"/>
            <a:ext cx="10124313" cy="54160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Dimensionality</a:t>
            </a:r>
            <a:r>
              <a:rPr spc="-70" dirty="0"/>
              <a:t> </a:t>
            </a:r>
            <a:r>
              <a:rPr spc="-65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8227059" cy="454152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Sometimes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store/to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manually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Ideally,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keep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points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Solution: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reduce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amount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variables</a:t>
            </a:r>
            <a:endParaRPr sz="240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1945"/>
              </a:spcBef>
              <a:tabLst>
                <a:tab pos="715010" algn="l"/>
              </a:tabLst>
            </a:pPr>
            <a:r>
              <a:rPr sz="2400" spc="-50" dirty="0">
                <a:solidFill>
                  <a:srgbClr val="F96331"/>
                </a:solidFill>
                <a:latin typeface="Arial MT"/>
                <a:cs typeface="Arial MT"/>
              </a:rPr>
              <a:t>•</a:t>
            </a:r>
            <a:r>
              <a:rPr sz="2400" dirty="0">
                <a:solidFill>
                  <a:srgbClr val="F96331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dimensionality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reduction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3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Unsupervised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dataset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Ideal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scenario: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no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loss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Realistic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scenario: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minimal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loss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a person is standing in a dark room with a glowing light coming out of their head 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0045" y="2783865"/>
            <a:ext cx="4366513" cy="34198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93475"/>
            <a:ext cx="10767695" cy="254000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1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‘Principal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Component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Analysis’: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reduce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variables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few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‘principal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components’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Only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dimensionality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reduction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techniques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available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Bundle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variables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high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correlations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 MT"/>
                <a:cs typeface="Arial MT"/>
              </a:rPr>
              <a:t>together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Try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keep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much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explained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variance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dataset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possible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Keep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only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principal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components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enough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explained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variance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4338" y="4192523"/>
            <a:ext cx="4417313" cy="24146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Eigenvalues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Eigenvalues</a:t>
            </a:r>
            <a:r>
              <a:rPr spc="-40" dirty="0"/>
              <a:t> </a:t>
            </a:r>
            <a:r>
              <a:rPr dirty="0"/>
              <a:t>tell</a:t>
            </a:r>
            <a:r>
              <a:rPr spc="-75" dirty="0"/>
              <a:t> </a:t>
            </a:r>
            <a:r>
              <a:rPr dirty="0"/>
              <a:t>us</a:t>
            </a:r>
            <a:r>
              <a:rPr spc="-75" dirty="0"/>
              <a:t> </a:t>
            </a:r>
            <a:r>
              <a:rPr dirty="0"/>
              <a:t>how</a:t>
            </a:r>
            <a:r>
              <a:rPr spc="-75" dirty="0"/>
              <a:t> </a:t>
            </a:r>
            <a:r>
              <a:rPr dirty="0"/>
              <a:t>much</a:t>
            </a:r>
            <a:r>
              <a:rPr spc="-80" dirty="0"/>
              <a:t> </a:t>
            </a:r>
            <a:r>
              <a:rPr dirty="0"/>
              <a:t>variance</a:t>
            </a:r>
            <a:r>
              <a:rPr spc="-70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explained</a:t>
            </a:r>
            <a:r>
              <a:rPr spc="-35" dirty="0"/>
              <a:t> </a:t>
            </a:r>
            <a:r>
              <a:rPr dirty="0"/>
              <a:t>by</a:t>
            </a:r>
            <a:r>
              <a:rPr spc="-8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principal</a:t>
            </a:r>
            <a:r>
              <a:rPr spc="-45" dirty="0"/>
              <a:t> </a:t>
            </a:r>
            <a:r>
              <a:rPr spc="-10" dirty="0"/>
              <a:t>component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High</a:t>
            </a:r>
            <a:r>
              <a:rPr spc="-70" dirty="0"/>
              <a:t> </a:t>
            </a:r>
            <a:r>
              <a:rPr dirty="0"/>
              <a:t>eigenvalue</a:t>
            </a:r>
            <a:r>
              <a:rPr spc="-30" dirty="0"/>
              <a:t> </a:t>
            </a:r>
            <a:r>
              <a:rPr dirty="0"/>
              <a:t>=</a:t>
            </a:r>
            <a:r>
              <a:rPr spc="-85" dirty="0"/>
              <a:t> </a:t>
            </a:r>
            <a:r>
              <a:rPr dirty="0"/>
              <a:t>high</a:t>
            </a:r>
            <a:r>
              <a:rPr spc="-75" dirty="0"/>
              <a:t> </a:t>
            </a:r>
            <a:r>
              <a:rPr spc="-10" dirty="0"/>
              <a:t>variance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High</a:t>
            </a:r>
            <a:r>
              <a:rPr spc="-25" dirty="0"/>
              <a:t> </a:t>
            </a:r>
            <a:r>
              <a:rPr dirty="0"/>
              <a:t>variance</a:t>
            </a:r>
            <a:r>
              <a:rPr spc="-45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lots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b="1" dirty="0">
                <a:latin typeface="Arial"/>
                <a:cs typeface="Arial"/>
              </a:rPr>
              <a:t>useful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spc="-10" dirty="0"/>
              <a:t>information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Every</a:t>
            </a:r>
            <a:r>
              <a:rPr spc="-60" dirty="0"/>
              <a:t> </a:t>
            </a:r>
            <a:r>
              <a:rPr dirty="0"/>
              <a:t>principal</a:t>
            </a:r>
            <a:r>
              <a:rPr spc="-40" dirty="0"/>
              <a:t> </a:t>
            </a:r>
            <a:r>
              <a:rPr dirty="0"/>
              <a:t>component</a:t>
            </a:r>
            <a:r>
              <a:rPr spc="-50" dirty="0"/>
              <a:t> </a:t>
            </a:r>
            <a:r>
              <a:rPr dirty="0"/>
              <a:t>has</a:t>
            </a:r>
            <a:r>
              <a:rPr spc="-65" dirty="0"/>
              <a:t> </a:t>
            </a:r>
            <a:r>
              <a:rPr dirty="0"/>
              <a:t>its</a:t>
            </a:r>
            <a:r>
              <a:rPr spc="-65" dirty="0"/>
              <a:t> </a:t>
            </a:r>
            <a:r>
              <a:rPr dirty="0"/>
              <a:t>own</a:t>
            </a:r>
            <a:r>
              <a:rPr spc="-60" dirty="0"/>
              <a:t> </a:t>
            </a:r>
            <a:r>
              <a:rPr spc="-10" dirty="0"/>
              <a:t>eigenvalue</a:t>
            </a: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Rank</a:t>
            </a:r>
            <a:r>
              <a:rPr spc="-45" dirty="0"/>
              <a:t> </a:t>
            </a:r>
            <a:r>
              <a:rPr dirty="0"/>
              <a:t>them</a:t>
            </a:r>
            <a:r>
              <a:rPr spc="-50" dirty="0"/>
              <a:t> </a:t>
            </a:r>
            <a:r>
              <a:rPr dirty="0"/>
              <a:t>from</a:t>
            </a:r>
            <a:r>
              <a:rPr spc="-65" dirty="0"/>
              <a:t> </a:t>
            </a:r>
            <a:r>
              <a:rPr dirty="0"/>
              <a:t>biggest</a:t>
            </a:r>
            <a:r>
              <a:rPr spc="-3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smallest</a:t>
            </a:r>
            <a:r>
              <a:rPr spc="-20" dirty="0"/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choose</a:t>
            </a:r>
            <a:r>
              <a:rPr spc="-45" dirty="0"/>
              <a:t> </a:t>
            </a:r>
            <a:r>
              <a:rPr dirty="0"/>
              <a:t>how</a:t>
            </a:r>
            <a:r>
              <a:rPr spc="-40" dirty="0"/>
              <a:t> </a:t>
            </a:r>
            <a:r>
              <a:rPr dirty="0"/>
              <a:t>many</a:t>
            </a:r>
            <a:r>
              <a:rPr spc="-60" dirty="0"/>
              <a:t> </a:t>
            </a:r>
            <a:r>
              <a:rPr dirty="0"/>
              <a:t>you</a:t>
            </a:r>
            <a:r>
              <a:rPr spc="-35" dirty="0"/>
              <a:t> </a:t>
            </a:r>
            <a:r>
              <a:rPr dirty="0"/>
              <a:t>want</a:t>
            </a:r>
            <a:r>
              <a:rPr spc="-4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20" dirty="0"/>
              <a:t>keep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35" dirty="0"/>
              <a:t>Finding</a:t>
            </a:r>
            <a:r>
              <a:rPr sz="4000" spc="-160" dirty="0"/>
              <a:t> </a:t>
            </a:r>
            <a:r>
              <a:rPr sz="4000" spc="-114" dirty="0"/>
              <a:t>the</a:t>
            </a:r>
            <a:r>
              <a:rPr sz="4000" spc="-180" dirty="0"/>
              <a:t> </a:t>
            </a:r>
            <a:r>
              <a:rPr sz="4000" spc="-40" dirty="0"/>
              <a:t>‘best’</a:t>
            </a:r>
            <a:r>
              <a:rPr sz="4000" spc="-229" dirty="0"/>
              <a:t> </a:t>
            </a:r>
            <a:r>
              <a:rPr sz="4000" spc="-75" dirty="0"/>
              <a:t>amount</a:t>
            </a:r>
            <a:r>
              <a:rPr sz="4000" spc="-180" dirty="0"/>
              <a:t> </a:t>
            </a:r>
            <a:r>
              <a:rPr sz="4000" spc="-110" dirty="0"/>
              <a:t>of</a:t>
            </a:r>
            <a:r>
              <a:rPr sz="4000" spc="-185" dirty="0"/>
              <a:t> </a:t>
            </a:r>
            <a:r>
              <a:rPr sz="4000" spc="-10" dirty="0"/>
              <a:t>components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94766" y="1906015"/>
            <a:ext cx="492823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Plot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eigenvalues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components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graph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look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familiar?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F9633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Elbow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method!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342" y="1971883"/>
            <a:ext cx="6057698" cy="39645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Pusing</a:t>
            </a:r>
            <a:r>
              <a:rPr spc="-90" dirty="0"/>
              <a:t> </a:t>
            </a:r>
            <a:r>
              <a:rPr spc="85" dirty="0"/>
              <a:t>PCA</a:t>
            </a:r>
            <a:r>
              <a:rPr spc="-170" dirty="0"/>
              <a:t> </a:t>
            </a:r>
            <a:r>
              <a:rPr spc="-165" dirty="0"/>
              <a:t>to</a:t>
            </a:r>
            <a:r>
              <a:rPr spc="-100" dirty="0"/>
              <a:t> </a:t>
            </a:r>
            <a:r>
              <a:rPr spc="-135" dirty="0"/>
              <a:t>the</a:t>
            </a:r>
            <a:r>
              <a:rPr spc="-105" dirty="0"/>
              <a:t> </a:t>
            </a:r>
            <a:r>
              <a:rPr spc="-50" dirty="0"/>
              <a:t>extreme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93475"/>
            <a:ext cx="4979670" cy="455231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1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What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happens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push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PCA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extreme?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spc="-50" dirty="0">
                <a:latin typeface="Arial MT"/>
                <a:cs typeface="Arial MT"/>
              </a:rPr>
              <a:t>Take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digits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dataset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Reduce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only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components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Even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now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still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make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Arial MT"/>
                <a:cs typeface="Arial MT"/>
              </a:rPr>
              <a:t>different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numbers!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Even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reduction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variables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</a:t>
            </a:r>
            <a:endParaRPr sz="2200">
              <a:latin typeface="Arial MT"/>
              <a:cs typeface="Arial MT"/>
            </a:endParaRPr>
          </a:p>
          <a:p>
            <a:pPr marL="354965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latin typeface="Arial MT"/>
                <a:cs typeface="Arial MT"/>
              </a:rPr>
              <a:t>97%!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show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just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how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powerful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PCA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8063" y="1806041"/>
            <a:ext cx="6024498" cy="41840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Overfitting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Since</a:t>
            </a:r>
            <a:r>
              <a:rPr spc="-65" dirty="0"/>
              <a:t> </a:t>
            </a:r>
            <a:r>
              <a:rPr dirty="0"/>
              <a:t>it</a:t>
            </a:r>
            <a:r>
              <a:rPr spc="-7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dimensionality</a:t>
            </a:r>
            <a:r>
              <a:rPr spc="-35" dirty="0"/>
              <a:t> </a:t>
            </a:r>
            <a:r>
              <a:rPr dirty="0"/>
              <a:t>reduction</a:t>
            </a:r>
            <a:r>
              <a:rPr spc="-60" dirty="0"/>
              <a:t> </a:t>
            </a:r>
            <a:r>
              <a:rPr dirty="0"/>
              <a:t>technique,</a:t>
            </a:r>
            <a:r>
              <a:rPr spc="-45" dirty="0"/>
              <a:t> </a:t>
            </a:r>
            <a:r>
              <a:rPr dirty="0"/>
              <a:t>overfitting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not</a:t>
            </a:r>
            <a:r>
              <a:rPr spc="-60" dirty="0"/>
              <a:t> </a:t>
            </a:r>
            <a:r>
              <a:rPr dirty="0"/>
              <a:t>really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thing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pc="-20" dirty="0"/>
              <a:t>However,</a:t>
            </a:r>
            <a:r>
              <a:rPr spc="-35" dirty="0"/>
              <a:t> </a:t>
            </a:r>
            <a:r>
              <a:rPr dirty="0"/>
              <a:t>make</a:t>
            </a:r>
            <a:r>
              <a:rPr spc="-45" dirty="0"/>
              <a:t> </a:t>
            </a:r>
            <a:r>
              <a:rPr dirty="0"/>
              <a:t>sure</a:t>
            </a:r>
            <a:r>
              <a:rPr spc="-45" dirty="0"/>
              <a:t> </a:t>
            </a:r>
            <a:r>
              <a:rPr dirty="0"/>
              <a:t>you</a:t>
            </a:r>
            <a:r>
              <a:rPr spc="-60" dirty="0"/>
              <a:t> </a:t>
            </a:r>
            <a:r>
              <a:rPr dirty="0"/>
              <a:t>don’t</a:t>
            </a:r>
            <a:r>
              <a:rPr spc="-40" dirty="0"/>
              <a:t> </a:t>
            </a:r>
            <a:r>
              <a:rPr dirty="0"/>
              <a:t>reduce</a:t>
            </a:r>
            <a:r>
              <a:rPr spc="-40" dirty="0"/>
              <a:t> </a:t>
            </a:r>
            <a:r>
              <a:rPr dirty="0"/>
              <a:t>your</a:t>
            </a:r>
            <a:r>
              <a:rPr spc="-4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too</a:t>
            </a:r>
            <a:r>
              <a:rPr spc="-60" dirty="0"/>
              <a:t> </a:t>
            </a:r>
            <a:r>
              <a:rPr dirty="0"/>
              <a:t>much</a:t>
            </a:r>
            <a:r>
              <a:rPr spc="-45" dirty="0"/>
              <a:t> </a:t>
            </a:r>
            <a:r>
              <a:rPr dirty="0"/>
              <a:t>or</a:t>
            </a:r>
            <a:r>
              <a:rPr spc="-55" dirty="0"/>
              <a:t> </a:t>
            </a:r>
            <a:r>
              <a:rPr dirty="0"/>
              <a:t>you</a:t>
            </a:r>
            <a:r>
              <a:rPr spc="-55" dirty="0"/>
              <a:t> </a:t>
            </a:r>
            <a:r>
              <a:rPr dirty="0"/>
              <a:t>might</a:t>
            </a:r>
            <a:r>
              <a:rPr spc="-45" dirty="0"/>
              <a:t> </a:t>
            </a:r>
            <a:r>
              <a:rPr spc="-20" dirty="0"/>
              <a:t>lose</a:t>
            </a:r>
          </a:p>
          <a:p>
            <a:pPr marL="354965">
              <a:lnSpc>
                <a:spcPct val="100000"/>
              </a:lnSpc>
              <a:spcBef>
                <a:spcPts val="1440"/>
              </a:spcBef>
            </a:pPr>
            <a:r>
              <a:rPr dirty="0"/>
              <a:t>valuable</a:t>
            </a:r>
            <a:r>
              <a:rPr spc="-100" dirty="0"/>
              <a:t> </a:t>
            </a:r>
            <a:r>
              <a:rPr spc="-10" dirty="0"/>
              <a:t>information!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Same</a:t>
            </a:r>
            <a:r>
              <a:rPr spc="-5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clustering,</a:t>
            </a:r>
            <a:r>
              <a:rPr spc="-40" dirty="0"/>
              <a:t> </a:t>
            </a:r>
            <a:r>
              <a:rPr dirty="0"/>
              <a:t>just</a:t>
            </a:r>
            <a:r>
              <a:rPr spc="-55" dirty="0"/>
              <a:t> </a:t>
            </a:r>
            <a:r>
              <a:rPr dirty="0"/>
              <a:t>use</a:t>
            </a:r>
            <a:r>
              <a:rPr spc="-5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elbow</a:t>
            </a:r>
            <a:r>
              <a:rPr spc="-40" dirty="0"/>
              <a:t> </a:t>
            </a:r>
            <a:r>
              <a:rPr dirty="0"/>
              <a:t>method</a:t>
            </a:r>
            <a:r>
              <a:rPr spc="-6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you’ll</a:t>
            </a:r>
            <a:r>
              <a:rPr spc="-40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fine</a:t>
            </a:r>
            <a:r>
              <a:rPr spc="-45" dirty="0"/>
              <a:t> </a:t>
            </a:r>
            <a:r>
              <a:rPr spc="-25" dirty="0"/>
              <a:t>:D</a:t>
            </a:r>
          </a:p>
        </p:txBody>
      </p:sp>
      <p:pic>
        <p:nvPicPr>
          <p:cNvPr id="4" name="object 4" descr="a cartoon duck wearing a baseball cap and goggl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1591" y="3985005"/>
            <a:ext cx="1619547" cy="25685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Other</a:t>
            </a:r>
            <a:r>
              <a:rPr spc="-170" dirty="0"/>
              <a:t> </a:t>
            </a:r>
            <a:r>
              <a:rPr spc="-160" dirty="0"/>
              <a:t>uses </a:t>
            </a:r>
            <a:r>
              <a:rPr spc="-125" dirty="0"/>
              <a:t>of</a:t>
            </a:r>
            <a:r>
              <a:rPr spc="-180" dirty="0"/>
              <a:t> </a:t>
            </a:r>
            <a:r>
              <a:rPr spc="60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31626"/>
            <a:ext cx="10746740" cy="4631690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Dimensionality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reduction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6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Feature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extraction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21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compression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65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visualization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6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digits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dataset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dimensions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65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Noise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reduction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6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keeping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principal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components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variance,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‘filter’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out</a:t>
            </a:r>
            <a:endParaRPr sz="2400">
              <a:latin typeface="Arial MT"/>
              <a:cs typeface="Arial MT"/>
            </a:endParaRPr>
          </a:p>
          <a:p>
            <a:pPr marL="715010">
              <a:lnSpc>
                <a:spcPct val="100000"/>
              </a:lnSpc>
              <a:spcBef>
                <a:spcPts val="1155"/>
              </a:spcBef>
            </a:pPr>
            <a:r>
              <a:rPr sz="2400" spc="-10" dirty="0">
                <a:latin typeface="Arial MT"/>
                <a:cs typeface="Arial MT"/>
              </a:rPr>
              <a:t>noise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337502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Let’s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5" dirty="0">
                <a:solidFill>
                  <a:srgbClr val="FFFFFF"/>
                </a:solidFill>
                <a:latin typeface="Verdana"/>
                <a:cs typeface="Verdana"/>
              </a:rPr>
              <a:t>jump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70" dirty="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Verdana"/>
                <a:cs typeface="Verdana"/>
              </a:rPr>
              <a:t>action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165" dirty="0">
                <a:solidFill>
                  <a:srgbClr val="FFFFFF"/>
                </a:solidFill>
                <a:latin typeface="Verdana"/>
                <a:cs typeface="Verdana"/>
              </a:rPr>
              <a:t>Excercises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8100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/>
              <a:t>First,</a:t>
            </a:r>
            <a:r>
              <a:rPr spc="-55" dirty="0"/>
              <a:t> </a:t>
            </a:r>
            <a:r>
              <a:rPr spc="-175" dirty="0"/>
              <a:t>let’s</a:t>
            </a:r>
            <a:r>
              <a:rPr spc="-150" dirty="0"/>
              <a:t> </a:t>
            </a:r>
            <a:r>
              <a:rPr spc="-30" dirty="0"/>
              <a:t>explore</a:t>
            </a:r>
            <a:r>
              <a:rPr spc="-240" dirty="0"/>
              <a:t> </a:t>
            </a:r>
            <a:r>
              <a:rPr spc="-330" dirty="0"/>
              <a:t>this</a:t>
            </a:r>
            <a:r>
              <a:rPr spc="-70" dirty="0"/>
              <a:t> </a:t>
            </a:r>
            <a:r>
              <a:rPr spc="-95" dirty="0"/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10947400" cy="254698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Go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canvas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download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“DSF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09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Dimensionality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Reduction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Notebook”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Jupyter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Follow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along!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 descr="A person pointing at something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7153" y="2696603"/>
            <a:ext cx="3225419" cy="32254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971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Now</a:t>
            </a:r>
            <a:r>
              <a:rPr spc="-190" dirty="0"/>
              <a:t> </a:t>
            </a:r>
            <a:r>
              <a:rPr spc="-285" dirty="0"/>
              <a:t>it’s</a:t>
            </a:r>
            <a:r>
              <a:rPr spc="-75" dirty="0"/>
              <a:t> </a:t>
            </a:r>
            <a:r>
              <a:rPr dirty="0"/>
              <a:t>up</a:t>
            </a:r>
            <a:r>
              <a:rPr spc="-165" dirty="0"/>
              <a:t> </a:t>
            </a:r>
            <a:r>
              <a:rPr spc="-160" dirty="0"/>
              <a:t>to</a:t>
            </a:r>
            <a:r>
              <a:rPr spc="-120" dirty="0"/>
              <a:t> </a:t>
            </a:r>
            <a:r>
              <a:rPr spc="-30" dirty="0"/>
              <a:t>you!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10830560" cy="446151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Go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canvas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download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“DSF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09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Dimensionality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Reduction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Exercise”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This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time,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csv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file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needed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needed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retrieved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itself</a:t>
            </a:r>
            <a:r>
              <a:rPr sz="2100" spc="-25" dirty="0">
                <a:latin typeface="Arial MT"/>
                <a:cs typeface="Arial MT"/>
              </a:rPr>
              <a:t> :)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Jupyter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Go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through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make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excercises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b="1" dirty="0">
                <a:latin typeface="Arial"/>
                <a:cs typeface="Arial"/>
              </a:rPr>
              <a:t>I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don’t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bite,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ask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me</a:t>
            </a:r>
            <a:r>
              <a:rPr sz="2100" b="1" spc="-4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any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questions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have!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 descr="A person holding up his hand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0813" y="2621927"/>
            <a:ext cx="3713099" cy="3240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904</Words>
  <Application>Microsoft Office PowerPoint</Application>
  <PresentationFormat>Widescreen</PresentationFormat>
  <Paragraphs>149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Arial MT</vt:lpstr>
      <vt:lpstr>Tahoma</vt:lpstr>
      <vt:lpstr>Times New Roman</vt:lpstr>
      <vt:lpstr>Verdana</vt:lpstr>
      <vt:lpstr>Wingdings</vt:lpstr>
      <vt:lpstr>Office Theme</vt:lpstr>
      <vt:lpstr>Data Science Fundamentals Dimensionality Reduction</vt:lpstr>
      <vt:lpstr>Before we get started… Practicalities</vt:lpstr>
      <vt:lpstr>Learning objectives</vt:lpstr>
      <vt:lpstr>Course material</vt:lpstr>
      <vt:lpstr>Course breakdown</vt:lpstr>
      <vt:lpstr>Is it difficult to pass?</vt:lpstr>
      <vt:lpstr>How to be an ideal student</vt:lpstr>
      <vt:lpstr>Syllabus</vt:lpstr>
      <vt:lpstr>Now we get to the fun part Dimensionality Reduction</vt:lpstr>
      <vt:lpstr>PowerPoint Presentation</vt:lpstr>
      <vt:lpstr>Dimensionality Reduction</vt:lpstr>
      <vt:lpstr>PCA</vt:lpstr>
      <vt:lpstr>Eigenvalues</vt:lpstr>
      <vt:lpstr>Finding the ‘best’ amount of components</vt:lpstr>
      <vt:lpstr>Pusing PCA to the extreme</vt:lpstr>
      <vt:lpstr>Overfitting</vt:lpstr>
      <vt:lpstr>Other uses of PCA</vt:lpstr>
      <vt:lpstr>Let’s jump into action Excercises</vt:lpstr>
      <vt:lpstr>First, let’s explore this together</vt:lpstr>
      <vt:lpstr>Now it’s up to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Jamey Verlinden</cp:lastModifiedBy>
  <cp:revision>1</cp:revision>
  <dcterms:created xsi:type="dcterms:W3CDTF">2026-05-04T11:59:57Z</dcterms:created>
  <dcterms:modified xsi:type="dcterms:W3CDTF">2026-05-04T12:13:44Z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2026-05-04T00:00:00Z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2026-05-04T00:00:00Z</vt:filetime>
  </property>
  <property fmtid="{D5CDD505-2E9C-101B-9397-08002B2CF9AE}" pid="6" name="Producer">
    <vt:lpwstr>Microsoft® PowerPoint® for Microsoft 365</vt:lpwstr>
  </property>
</Properties>
</file>