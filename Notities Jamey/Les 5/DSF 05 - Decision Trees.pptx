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9935" autoAdjust="0"/>
  </p:normalViewPr>
  <p:slideViewPr>
    <p:cSldViewPr>
      <p:cViewPr varScale="1">
        <p:scale>
          <a:sx n="41" d="100"/>
          <a:sy n="41" d="100"/>
        </p:scale>
        <p:origin x="2261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CC694-5165-41D7-86DF-DF27363F49C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66F6A-EE95-4795-AE55-7D0517307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61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will</a:t>
            </a:r>
            <a:r>
              <a:rPr lang="nl-BE" dirty="0"/>
              <a:t> </a:t>
            </a:r>
            <a:r>
              <a:rPr lang="nl-BE" dirty="0" err="1"/>
              <a:t>just</a:t>
            </a:r>
            <a:r>
              <a:rPr lang="nl-BE" dirty="0"/>
              <a:t> </a:t>
            </a:r>
            <a:r>
              <a:rPr lang="nl-BE" dirty="0" err="1"/>
              <a:t>ask</a:t>
            </a:r>
            <a:r>
              <a:rPr lang="nl-BE" dirty="0"/>
              <a:t> a question </a:t>
            </a:r>
            <a:r>
              <a:rPr lang="nl-BE" dirty="0" err="1"/>
              <a:t>about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data =&gt; Keep </a:t>
            </a:r>
            <a:r>
              <a:rPr lang="nl-BE" dirty="0" err="1"/>
              <a:t>asking</a:t>
            </a:r>
            <a:r>
              <a:rPr lang="nl-BE" dirty="0"/>
              <a:t> </a:t>
            </a:r>
            <a:r>
              <a:rPr lang="nl-BE" dirty="0" err="1"/>
              <a:t>until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model </a:t>
            </a:r>
            <a:r>
              <a:rPr lang="nl-BE" dirty="0" err="1"/>
              <a:t>knows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66F6A-EE95-4795-AE55-7D05173076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99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66F6A-EE95-4795-AE55-7D05173076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6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Ok </a:t>
            </a:r>
            <a:r>
              <a:rPr lang="nl-BE" dirty="0" err="1"/>
              <a:t>ok</a:t>
            </a:r>
            <a:r>
              <a:rPr lang="nl-BE" dirty="0"/>
              <a:t> trees, </a:t>
            </a:r>
            <a:r>
              <a:rPr lang="nl-BE" dirty="0" err="1"/>
              <a:t>ptsd</a:t>
            </a:r>
            <a:r>
              <a:rPr lang="nl-BE" dirty="0"/>
              <a:t> </a:t>
            </a:r>
            <a:r>
              <a:rPr lang="nl-BE" dirty="0" err="1"/>
              <a:t>from</a:t>
            </a:r>
            <a:r>
              <a:rPr lang="nl-BE" dirty="0"/>
              <a:t> </a:t>
            </a:r>
            <a:r>
              <a:rPr lang="nl-BE" dirty="0" err="1"/>
              <a:t>programming</a:t>
            </a:r>
            <a:r>
              <a:rPr lang="nl-BE" dirty="0"/>
              <a:t> </a:t>
            </a:r>
            <a:r>
              <a:rPr lang="nl-BE" dirty="0" err="1"/>
              <a:t>advanced</a:t>
            </a:r>
            <a:endParaRPr lang="nl-BE" dirty="0"/>
          </a:p>
          <a:p>
            <a:endParaRPr lang="nl-BE" dirty="0"/>
          </a:p>
          <a:p>
            <a:r>
              <a:rPr lang="nl-BE" dirty="0"/>
              <a:t>But </a:t>
            </a:r>
            <a:r>
              <a:rPr lang="nl-BE" dirty="0" err="1"/>
              <a:t>how</a:t>
            </a:r>
            <a:r>
              <a:rPr lang="nl-BE" dirty="0"/>
              <a:t>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nl-BE" dirty="0" err="1"/>
              <a:t>Each</a:t>
            </a:r>
            <a:r>
              <a:rPr lang="nl-BE" dirty="0"/>
              <a:t> split is a question: is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variable</a:t>
            </a:r>
            <a:r>
              <a:rPr lang="nl-BE" dirty="0"/>
              <a:t> x or y? </a:t>
            </a:r>
            <a:r>
              <a:rPr lang="nl-BE" dirty="0" err="1"/>
              <a:t>Bigger</a:t>
            </a:r>
            <a:r>
              <a:rPr lang="nl-BE" dirty="0"/>
              <a:t> or </a:t>
            </a:r>
            <a:r>
              <a:rPr lang="nl-BE" dirty="0" err="1"/>
              <a:t>lesser</a:t>
            </a:r>
            <a:r>
              <a:rPr lang="nl-BE" dirty="0"/>
              <a:t>? </a:t>
            </a:r>
            <a:r>
              <a:rPr lang="nl-BE" dirty="0" err="1"/>
              <a:t>Faster</a:t>
            </a:r>
            <a:r>
              <a:rPr lang="nl-BE" dirty="0"/>
              <a:t> or slower?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nl-BE" dirty="0" err="1"/>
              <a:t>Though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keep </a:t>
            </a:r>
            <a:r>
              <a:rPr lang="nl-BE" dirty="0" err="1"/>
              <a:t>asking</a:t>
            </a:r>
            <a:r>
              <a:rPr lang="nl-BE" dirty="0"/>
              <a:t>: </a:t>
            </a:r>
            <a:r>
              <a:rPr lang="nl-BE" dirty="0" err="1"/>
              <a:t>faster</a:t>
            </a:r>
            <a:r>
              <a:rPr lang="nl-BE" dirty="0"/>
              <a:t> </a:t>
            </a:r>
            <a:r>
              <a:rPr lang="nl-BE" dirty="0" err="1"/>
              <a:t>than</a:t>
            </a:r>
            <a:r>
              <a:rPr lang="nl-BE" dirty="0"/>
              <a:t> 30 km/h? No? </a:t>
            </a:r>
            <a:r>
              <a:rPr lang="nl-BE" dirty="0" err="1"/>
              <a:t>Faster</a:t>
            </a:r>
            <a:r>
              <a:rPr lang="nl-BE" dirty="0"/>
              <a:t> </a:t>
            </a:r>
            <a:r>
              <a:rPr lang="nl-BE" dirty="0" err="1"/>
              <a:t>than</a:t>
            </a:r>
            <a:r>
              <a:rPr lang="nl-BE" dirty="0"/>
              <a:t> 29 km/h? etc.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nl-BE" dirty="0"/>
              <a:t>Every question must </a:t>
            </a:r>
            <a:r>
              <a:rPr lang="nl-BE" dirty="0" err="1"/>
              <a:t>give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new relevant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66F6A-EE95-4795-AE55-7D051730764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53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Just </a:t>
            </a:r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test / train split! </a:t>
            </a:r>
          </a:p>
          <a:p>
            <a:endParaRPr lang="nl-BE" dirty="0"/>
          </a:p>
          <a:p>
            <a:r>
              <a:rPr lang="nl-BE" dirty="0" err="1"/>
              <a:t>Decision</a:t>
            </a:r>
            <a:r>
              <a:rPr lang="nl-BE" dirty="0"/>
              <a:t> trees is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classification</a:t>
            </a:r>
            <a:r>
              <a:rPr lang="nl-BE" dirty="0"/>
              <a:t> model </a:t>
            </a:r>
            <a:r>
              <a:rPr lang="nl-BE" dirty="0" err="1"/>
              <a:t>that</a:t>
            </a:r>
            <a:r>
              <a:rPr lang="nl-BE" dirty="0"/>
              <a:t> is most </a:t>
            </a:r>
            <a:r>
              <a:rPr lang="nl-BE" dirty="0" err="1"/>
              <a:t>suceptible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overfitting</a:t>
            </a:r>
            <a:r>
              <a:rPr lang="nl-BE" dirty="0"/>
              <a:t>! </a:t>
            </a:r>
            <a:r>
              <a:rPr lang="nl-BE" dirty="0" err="1"/>
              <a:t>So</a:t>
            </a:r>
            <a:r>
              <a:rPr lang="nl-BE" dirty="0"/>
              <a:t> beware!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66F6A-EE95-4795-AE55-7D051730764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31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So</a:t>
            </a:r>
            <a:r>
              <a:rPr lang="nl-BE" dirty="0"/>
              <a:t> </a:t>
            </a:r>
            <a:r>
              <a:rPr lang="nl-BE" dirty="0" err="1"/>
              <a:t>how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we </a:t>
            </a:r>
            <a:r>
              <a:rPr lang="nl-BE" dirty="0" err="1"/>
              <a:t>combat</a:t>
            </a:r>
            <a:r>
              <a:rPr lang="nl-BE" dirty="0"/>
              <a:t> </a:t>
            </a:r>
            <a:r>
              <a:rPr lang="nl-BE" dirty="0" err="1"/>
              <a:t>overfitting</a:t>
            </a:r>
            <a:r>
              <a:rPr lang="nl-BE" dirty="0"/>
              <a:t>?</a:t>
            </a:r>
          </a:p>
          <a:p>
            <a:r>
              <a:rPr lang="nl-BE" dirty="0"/>
              <a:t>Do like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mafia</a:t>
            </a:r>
            <a:r>
              <a:rPr lang="nl-BE" dirty="0"/>
              <a:t>: </a:t>
            </a:r>
            <a:r>
              <a:rPr lang="nl-BE" dirty="0" err="1"/>
              <a:t>don’t</a:t>
            </a:r>
            <a:r>
              <a:rPr lang="nl-BE" dirty="0"/>
              <a:t> </a:t>
            </a:r>
            <a:r>
              <a:rPr lang="nl-BE" dirty="0" err="1"/>
              <a:t>ask</a:t>
            </a:r>
            <a:r>
              <a:rPr lang="nl-BE" dirty="0"/>
              <a:t> </a:t>
            </a:r>
            <a:r>
              <a:rPr lang="nl-BE" dirty="0" err="1"/>
              <a:t>too</a:t>
            </a:r>
            <a:r>
              <a:rPr lang="nl-BE" dirty="0"/>
              <a:t> </a:t>
            </a:r>
            <a:r>
              <a:rPr lang="nl-BE" dirty="0" err="1"/>
              <a:t>many</a:t>
            </a:r>
            <a:r>
              <a:rPr lang="nl-BE" dirty="0"/>
              <a:t> </a:t>
            </a:r>
            <a:r>
              <a:rPr lang="nl-BE" dirty="0" err="1"/>
              <a:t>questions</a:t>
            </a:r>
            <a:r>
              <a:rPr lang="nl-BE" dirty="0"/>
              <a:t>.</a:t>
            </a:r>
          </a:p>
          <a:p>
            <a:endParaRPr lang="nl-BE" dirty="0"/>
          </a:p>
          <a:p>
            <a:r>
              <a:rPr lang="nl-BE" dirty="0"/>
              <a:t>Same in </a:t>
            </a:r>
            <a:r>
              <a:rPr lang="nl-BE" dirty="0" err="1"/>
              <a:t>decision</a:t>
            </a:r>
            <a:r>
              <a:rPr lang="nl-BE" dirty="0"/>
              <a:t> trees: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fewer</a:t>
            </a:r>
            <a:r>
              <a:rPr lang="nl-BE" dirty="0"/>
              <a:t> </a:t>
            </a:r>
            <a:r>
              <a:rPr lang="nl-BE" dirty="0" err="1"/>
              <a:t>questions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have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ask</a:t>
            </a:r>
            <a:r>
              <a:rPr lang="nl-BE" dirty="0"/>
              <a:t>,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fewer</a:t>
            </a:r>
            <a:r>
              <a:rPr lang="nl-BE" dirty="0"/>
              <a:t> </a:t>
            </a:r>
            <a:r>
              <a:rPr lang="nl-BE" dirty="0" err="1"/>
              <a:t>decisions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model </a:t>
            </a:r>
            <a:r>
              <a:rPr lang="nl-BE" dirty="0" err="1"/>
              <a:t>can</a:t>
            </a:r>
            <a:r>
              <a:rPr lang="nl-BE" dirty="0"/>
              <a:t> have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specifically</a:t>
            </a:r>
            <a:r>
              <a:rPr lang="nl-BE" dirty="0"/>
              <a:t> </a:t>
            </a:r>
            <a:r>
              <a:rPr lang="nl-BE" dirty="0" err="1"/>
              <a:t>learn</a:t>
            </a:r>
            <a:r>
              <a:rPr lang="nl-BE" dirty="0"/>
              <a:t> it. </a:t>
            </a:r>
            <a:r>
              <a:rPr lang="nl-BE" dirty="0" err="1"/>
              <a:t>So</a:t>
            </a:r>
            <a:r>
              <a:rPr lang="nl-BE" dirty="0"/>
              <a:t> </a:t>
            </a:r>
            <a:r>
              <a:rPr lang="nl-BE" dirty="0" err="1"/>
              <a:t>it</a:t>
            </a:r>
            <a:r>
              <a:rPr lang="nl-BE" dirty="0"/>
              <a:t> has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value</a:t>
            </a:r>
            <a:r>
              <a:rPr lang="nl-BE" dirty="0"/>
              <a:t> </a:t>
            </a:r>
            <a:r>
              <a:rPr lang="nl-BE" dirty="0" err="1"/>
              <a:t>every</a:t>
            </a:r>
            <a:r>
              <a:rPr lang="nl-BE" dirty="0"/>
              <a:t> </a:t>
            </a:r>
            <a:r>
              <a:rPr lang="nl-BE" dirty="0" err="1"/>
              <a:t>decision</a:t>
            </a:r>
            <a:r>
              <a:rPr lang="nl-BE" dirty="0"/>
              <a:t>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66F6A-EE95-4795-AE55-7D051730764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35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perfectly</a:t>
            </a:r>
            <a:r>
              <a:rPr lang="nl-BE" dirty="0"/>
              <a:t> </a:t>
            </a:r>
            <a:r>
              <a:rPr lang="nl-BE" dirty="0" err="1"/>
              <a:t>compare</a:t>
            </a:r>
            <a:r>
              <a:rPr lang="nl-BE" dirty="0"/>
              <a:t> these </a:t>
            </a:r>
            <a:r>
              <a:rPr lang="nl-BE" dirty="0" err="1"/>
              <a:t>metrics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a </a:t>
            </a:r>
            <a:r>
              <a:rPr lang="nl-BE" dirty="0" err="1"/>
              <a:t>decision</a:t>
            </a:r>
            <a:r>
              <a:rPr lang="nl-BE" dirty="0"/>
              <a:t> tree model </a:t>
            </a:r>
            <a:r>
              <a:rPr lang="nl-BE" dirty="0" err="1"/>
              <a:t>and</a:t>
            </a:r>
            <a:r>
              <a:rPr lang="nl-BE" dirty="0"/>
              <a:t> a </a:t>
            </a:r>
            <a:r>
              <a:rPr lang="nl-BE" dirty="0" err="1"/>
              <a:t>logistical</a:t>
            </a:r>
            <a:r>
              <a:rPr lang="nl-BE" dirty="0"/>
              <a:t> </a:t>
            </a:r>
            <a:r>
              <a:rPr lang="nl-BE" dirty="0" err="1"/>
              <a:t>regression</a:t>
            </a:r>
            <a:r>
              <a:rPr lang="nl-BE" dirty="0"/>
              <a:t> model! </a:t>
            </a:r>
            <a:br>
              <a:rPr lang="nl-BE" dirty="0"/>
            </a:br>
            <a:r>
              <a:rPr lang="nl-BE" dirty="0" err="1"/>
              <a:t>They</a:t>
            </a:r>
            <a:r>
              <a:rPr lang="nl-BE" dirty="0"/>
              <a:t> </a:t>
            </a:r>
            <a:r>
              <a:rPr lang="nl-BE" dirty="0" err="1"/>
              <a:t>after</a:t>
            </a:r>
            <a:r>
              <a:rPr lang="nl-BE" dirty="0"/>
              <a:t> </a:t>
            </a:r>
            <a:r>
              <a:rPr lang="nl-BE" dirty="0" err="1"/>
              <a:t>all</a:t>
            </a:r>
            <a:r>
              <a:rPr lang="nl-BE" dirty="0"/>
              <a:t> are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same</a:t>
            </a:r>
            <a:r>
              <a:rPr lang="nl-BE" dirty="0"/>
              <a:t> </a:t>
            </a:r>
            <a:r>
              <a:rPr lang="nl-BE" dirty="0" err="1"/>
              <a:t>thing</a:t>
            </a:r>
            <a:r>
              <a:rPr lang="nl-BE" dirty="0"/>
              <a:t>: </a:t>
            </a:r>
            <a:r>
              <a:rPr lang="nl-BE" dirty="0" err="1"/>
              <a:t>logistical</a:t>
            </a:r>
            <a:r>
              <a:rPr lang="nl-BE" dirty="0"/>
              <a:t> </a:t>
            </a:r>
            <a:r>
              <a:rPr lang="nl-BE" dirty="0" err="1"/>
              <a:t>regression</a:t>
            </a:r>
            <a:r>
              <a:rPr lang="nl-BE" dirty="0"/>
              <a:t>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66F6A-EE95-4795-AE55-7D051730764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61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66F6A-EE95-4795-AE55-7D051730764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51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96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138042" y="5842"/>
            <a:ext cx="9051925" cy="6343650"/>
          </a:xfrm>
          <a:custGeom>
            <a:avLst/>
            <a:gdLst/>
            <a:ahLst/>
            <a:cxnLst/>
            <a:rect l="l" t="t" r="r" b="b"/>
            <a:pathLst>
              <a:path w="9051925" h="6343650">
                <a:moveTo>
                  <a:pt x="186690" y="6247879"/>
                </a:moveTo>
                <a:lnTo>
                  <a:pt x="194309" y="6276339"/>
                </a:lnTo>
                <a:lnTo>
                  <a:pt x="444499" y="6343383"/>
                </a:lnTo>
                <a:lnTo>
                  <a:pt x="543179" y="6343383"/>
                </a:lnTo>
                <a:lnTo>
                  <a:pt x="186690" y="6247879"/>
                </a:lnTo>
                <a:close/>
              </a:path>
              <a:path w="9051925" h="6343650">
                <a:moveTo>
                  <a:pt x="301018" y="4943475"/>
                </a:moveTo>
                <a:lnTo>
                  <a:pt x="71627" y="4943475"/>
                </a:lnTo>
                <a:lnTo>
                  <a:pt x="718566" y="5116703"/>
                </a:lnTo>
                <a:lnTo>
                  <a:pt x="947650" y="5055361"/>
                </a:lnTo>
                <a:lnTo>
                  <a:pt x="718566" y="5055361"/>
                </a:lnTo>
                <a:lnTo>
                  <a:pt x="301018" y="4943475"/>
                </a:lnTo>
                <a:close/>
              </a:path>
              <a:path w="9051925" h="6343650">
                <a:moveTo>
                  <a:pt x="1594894" y="4943475"/>
                </a:moveTo>
                <a:lnTo>
                  <a:pt x="1365504" y="4943475"/>
                </a:lnTo>
                <a:lnTo>
                  <a:pt x="2012442" y="5116703"/>
                </a:lnTo>
                <a:lnTo>
                  <a:pt x="2214372" y="5062601"/>
                </a:lnTo>
                <a:lnTo>
                  <a:pt x="2213829" y="5055361"/>
                </a:lnTo>
                <a:lnTo>
                  <a:pt x="2012442" y="5055361"/>
                </a:lnTo>
                <a:lnTo>
                  <a:pt x="1594894" y="4943475"/>
                </a:lnTo>
                <a:close/>
              </a:path>
              <a:path w="9051925" h="6343650">
                <a:moveTo>
                  <a:pt x="1365504" y="4882007"/>
                </a:moveTo>
                <a:lnTo>
                  <a:pt x="718566" y="5055361"/>
                </a:lnTo>
                <a:lnTo>
                  <a:pt x="947650" y="5055361"/>
                </a:lnTo>
                <a:lnTo>
                  <a:pt x="1365504" y="4943475"/>
                </a:lnTo>
                <a:lnTo>
                  <a:pt x="1594894" y="4943475"/>
                </a:lnTo>
                <a:lnTo>
                  <a:pt x="1365504" y="4882007"/>
                </a:lnTo>
                <a:close/>
              </a:path>
              <a:path w="9051925" h="6343650">
                <a:moveTo>
                  <a:pt x="2210054" y="5002403"/>
                </a:moveTo>
                <a:lnTo>
                  <a:pt x="2012442" y="5055361"/>
                </a:lnTo>
                <a:lnTo>
                  <a:pt x="2213829" y="5055361"/>
                </a:lnTo>
                <a:lnTo>
                  <a:pt x="2212117" y="5032502"/>
                </a:lnTo>
                <a:lnTo>
                  <a:pt x="2211050" y="5017452"/>
                </a:lnTo>
                <a:lnTo>
                  <a:pt x="2210054" y="5002403"/>
                </a:lnTo>
                <a:close/>
              </a:path>
              <a:path w="9051925" h="6343650">
                <a:moveTo>
                  <a:pt x="71627" y="4882007"/>
                </a:moveTo>
                <a:lnTo>
                  <a:pt x="1650" y="4900803"/>
                </a:lnTo>
                <a:lnTo>
                  <a:pt x="2667" y="4943475"/>
                </a:lnTo>
                <a:lnTo>
                  <a:pt x="3175" y="4961762"/>
                </a:lnTo>
                <a:lnTo>
                  <a:pt x="71627" y="4943475"/>
                </a:lnTo>
                <a:lnTo>
                  <a:pt x="301018" y="4943475"/>
                </a:lnTo>
                <a:lnTo>
                  <a:pt x="71627" y="4882007"/>
                </a:lnTo>
                <a:close/>
              </a:path>
              <a:path w="9051925" h="6343650">
                <a:moveTo>
                  <a:pt x="72389" y="3822700"/>
                </a:moveTo>
                <a:lnTo>
                  <a:pt x="68816" y="3848100"/>
                </a:lnTo>
                <a:lnTo>
                  <a:pt x="65325" y="3860800"/>
                </a:lnTo>
                <a:lnTo>
                  <a:pt x="61906" y="3886200"/>
                </a:lnTo>
                <a:lnTo>
                  <a:pt x="58546" y="3911600"/>
                </a:lnTo>
                <a:lnTo>
                  <a:pt x="71627" y="3911600"/>
                </a:lnTo>
                <a:lnTo>
                  <a:pt x="718566" y="4076700"/>
                </a:lnTo>
                <a:lnTo>
                  <a:pt x="1066917" y="3987800"/>
                </a:lnTo>
                <a:lnTo>
                  <a:pt x="718566" y="3987800"/>
                </a:lnTo>
                <a:lnTo>
                  <a:pt x="72389" y="3822700"/>
                </a:lnTo>
                <a:close/>
              </a:path>
              <a:path w="9051925" h="6343650">
                <a:moveTo>
                  <a:pt x="1713855" y="3911600"/>
                </a:moveTo>
                <a:lnTo>
                  <a:pt x="1365504" y="3911600"/>
                </a:lnTo>
                <a:lnTo>
                  <a:pt x="2012442" y="4076700"/>
                </a:lnTo>
                <a:lnTo>
                  <a:pt x="2275078" y="4013200"/>
                </a:lnTo>
                <a:lnTo>
                  <a:pt x="2279836" y="3987800"/>
                </a:lnTo>
                <a:lnTo>
                  <a:pt x="2012442" y="3987800"/>
                </a:lnTo>
                <a:lnTo>
                  <a:pt x="1713855" y="3911600"/>
                </a:lnTo>
                <a:close/>
              </a:path>
              <a:path w="9051925" h="6343650">
                <a:moveTo>
                  <a:pt x="1365504" y="3822700"/>
                </a:moveTo>
                <a:lnTo>
                  <a:pt x="718566" y="3987800"/>
                </a:lnTo>
                <a:lnTo>
                  <a:pt x="1066917" y="3987800"/>
                </a:lnTo>
                <a:lnTo>
                  <a:pt x="1365504" y="3911600"/>
                </a:lnTo>
                <a:lnTo>
                  <a:pt x="1713855" y="3911600"/>
                </a:lnTo>
                <a:lnTo>
                  <a:pt x="1365504" y="3822700"/>
                </a:lnTo>
                <a:close/>
              </a:path>
              <a:path w="9051925" h="6343650">
                <a:moveTo>
                  <a:pt x="2295017" y="3911600"/>
                </a:moveTo>
                <a:lnTo>
                  <a:pt x="2012442" y="3987800"/>
                </a:lnTo>
                <a:lnTo>
                  <a:pt x="2279836" y="3987800"/>
                </a:lnTo>
                <a:lnTo>
                  <a:pt x="2284761" y="3962400"/>
                </a:lnTo>
                <a:lnTo>
                  <a:pt x="2289829" y="3937000"/>
                </a:lnTo>
                <a:lnTo>
                  <a:pt x="2295017" y="3911600"/>
                </a:lnTo>
                <a:close/>
              </a:path>
              <a:path w="9051925" h="6343650">
                <a:moveTo>
                  <a:pt x="117982" y="3568700"/>
                </a:moveTo>
                <a:lnTo>
                  <a:pt x="113385" y="3594100"/>
                </a:lnTo>
                <a:lnTo>
                  <a:pt x="108918" y="3606800"/>
                </a:lnTo>
                <a:lnTo>
                  <a:pt x="104570" y="3632200"/>
                </a:lnTo>
                <a:lnTo>
                  <a:pt x="100330" y="3657600"/>
                </a:lnTo>
                <a:lnTo>
                  <a:pt x="718566" y="3822700"/>
                </a:lnTo>
                <a:lnTo>
                  <a:pt x="1088244" y="3721100"/>
                </a:lnTo>
                <a:lnTo>
                  <a:pt x="718566" y="3721100"/>
                </a:lnTo>
                <a:lnTo>
                  <a:pt x="117982" y="3568700"/>
                </a:lnTo>
                <a:close/>
              </a:path>
              <a:path w="9051925" h="6343650">
                <a:moveTo>
                  <a:pt x="1713855" y="3644900"/>
                </a:moveTo>
                <a:lnTo>
                  <a:pt x="1365504" y="3644900"/>
                </a:lnTo>
                <a:lnTo>
                  <a:pt x="2012442" y="3822700"/>
                </a:lnTo>
                <a:lnTo>
                  <a:pt x="2340864" y="3733800"/>
                </a:lnTo>
                <a:lnTo>
                  <a:pt x="2344557" y="3721100"/>
                </a:lnTo>
                <a:lnTo>
                  <a:pt x="2012442" y="3721100"/>
                </a:lnTo>
                <a:lnTo>
                  <a:pt x="1713855" y="3644900"/>
                </a:lnTo>
                <a:close/>
              </a:path>
              <a:path w="9051925" h="6343650">
                <a:moveTo>
                  <a:pt x="1365504" y="3556000"/>
                </a:moveTo>
                <a:lnTo>
                  <a:pt x="718566" y="3721100"/>
                </a:lnTo>
                <a:lnTo>
                  <a:pt x="1088244" y="3721100"/>
                </a:lnTo>
                <a:lnTo>
                  <a:pt x="1365504" y="3644900"/>
                </a:lnTo>
                <a:lnTo>
                  <a:pt x="1713855" y="3644900"/>
                </a:lnTo>
                <a:lnTo>
                  <a:pt x="1365504" y="3556000"/>
                </a:lnTo>
                <a:close/>
              </a:path>
              <a:path w="9051925" h="6343650">
                <a:moveTo>
                  <a:pt x="2371344" y="3632200"/>
                </a:moveTo>
                <a:lnTo>
                  <a:pt x="2012442" y="3721100"/>
                </a:lnTo>
                <a:lnTo>
                  <a:pt x="2344557" y="3721100"/>
                </a:lnTo>
                <a:lnTo>
                  <a:pt x="2348251" y="3708400"/>
                </a:lnTo>
                <a:lnTo>
                  <a:pt x="2355770" y="3683000"/>
                </a:lnTo>
                <a:lnTo>
                  <a:pt x="2363456" y="3657600"/>
                </a:lnTo>
                <a:lnTo>
                  <a:pt x="2371344" y="3632200"/>
                </a:lnTo>
                <a:close/>
              </a:path>
              <a:path w="9051925" h="6343650">
                <a:moveTo>
                  <a:pt x="174117" y="3314700"/>
                </a:moveTo>
                <a:lnTo>
                  <a:pt x="168239" y="3340100"/>
                </a:lnTo>
                <a:lnTo>
                  <a:pt x="162432" y="3365500"/>
                </a:lnTo>
                <a:lnTo>
                  <a:pt x="156721" y="3390900"/>
                </a:lnTo>
                <a:lnTo>
                  <a:pt x="151130" y="3416300"/>
                </a:lnTo>
                <a:lnTo>
                  <a:pt x="718566" y="3568700"/>
                </a:lnTo>
                <a:lnTo>
                  <a:pt x="1134454" y="3454400"/>
                </a:lnTo>
                <a:lnTo>
                  <a:pt x="718566" y="3454400"/>
                </a:lnTo>
                <a:lnTo>
                  <a:pt x="174117" y="3314700"/>
                </a:lnTo>
                <a:close/>
              </a:path>
              <a:path w="9051925" h="6343650">
                <a:moveTo>
                  <a:pt x="1763619" y="3390900"/>
                </a:moveTo>
                <a:lnTo>
                  <a:pt x="1365504" y="3390900"/>
                </a:lnTo>
                <a:lnTo>
                  <a:pt x="2012442" y="3568700"/>
                </a:lnTo>
                <a:lnTo>
                  <a:pt x="2431669" y="3454400"/>
                </a:lnTo>
                <a:lnTo>
                  <a:pt x="2012442" y="3454400"/>
                </a:lnTo>
                <a:lnTo>
                  <a:pt x="1763619" y="3390900"/>
                </a:lnTo>
                <a:close/>
              </a:path>
              <a:path w="9051925" h="6343650">
                <a:moveTo>
                  <a:pt x="1365504" y="3289300"/>
                </a:moveTo>
                <a:lnTo>
                  <a:pt x="718566" y="3454400"/>
                </a:lnTo>
                <a:lnTo>
                  <a:pt x="1134454" y="3454400"/>
                </a:lnTo>
                <a:lnTo>
                  <a:pt x="1365504" y="3390900"/>
                </a:lnTo>
                <a:lnTo>
                  <a:pt x="1763619" y="3390900"/>
                </a:lnTo>
                <a:lnTo>
                  <a:pt x="1365504" y="3289300"/>
                </a:lnTo>
                <a:close/>
              </a:path>
              <a:path w="9051925" h="6343650">
                <a:moveTo>
                  <a:pt x="2475992" y="3340100"/>
                </a:moveTo>
                <a:lnTo>
                  <a:pt x="2012442" y="3454400"/>
                </a:lnTo>
                <a:lnTo>
                  <a:pt x="2431669" y="3454400"/>
                </a:lnTo>
                <a:lnTo>
                  <a:pt x="2442380" y="3416300"/>
                </a:lnTo>
                <a:lnTo>
                  <a:pt x="2453354" y="3390900"/>
                </a:lnTo>
                <a:lnTo>
                  <a:pt x="2464565" y="3365500"/>
                </a:lnTo>
                <a:lnTo>
                  <a:pt x="2475992" y="3340100"/>
                </a:lnTo>
                <a:close/>
              </a:path>
              <a:path w="9051925" h="6343650">
                <a:moveTo>
                  <a:pt x="241172" y="3060700"/>
                </a:moveTo>
                <a:lnTo>
                  <a:pt x="233791" y="3086100"/>
                </a:lnTo>
                <a:lnTo>
                  <a:pt x="226504" y="3111500"/>
                </a:lnTo>
                <a:lnTo>
                  <a:pt x="219313" y="3136900"/>
                </a:lnTo>
                <a:lnTo>
                  <a:pt x="212217" y="3162300"/>
                </a:lnTo>
                <a:lnTo>
                  <a:pt x="718566" y="3302000"/>
                </a:lnTo>
                <a:lnTo>
                  <a:pt x="1134454" y="3187700"/>
                </a:lnTo>
                <a:lnTo>
                  <a:pt x="718566" y="3187700"/>
                </a:lnTo>
                <a:lnTo>
                  <a:pt x="241172" y="3060700"/>
                </a:lnTo>
                <a:close/>
              </a:path>
              <a:path w="9051925" h="6343650">
                <a:moveTo>
                  <a:pt x="1763619" y="3124200"/>
                </a:moveTo>
                <a:lnTo>
                  <a:pt x="1365504" y="3124200"/>
                </a:lnTo>
                <a:lnTo>
                  <a:pt x="2012442" y="3302000"/>
                </a:lnTo>
                <a:lnTo>
                  <a:pt x="2454055" y="3187700"/>
                </a:lnTo>
                <a:lnTo>
                  <a:pt x="2012442" y="3187700"/>
                </a:lnTo>
                <a:lnTo>
                  <a:pt x="1763619" y="3124200"/>
                </a:lnTo>
                <a:close/>
              </a:path>
              <a:path w="9051925" h="6343650">
                <a:moveTo>
                  <a:pt x="1365504" y="3022600"/>
                </a:moveTo>
                <a:lnTo>
                  <a:pt x="718566" y="3187700"/>
                </a:lnTo>
                <a:lnTo>
                  <a:pt x="1134454" y="3187700"/>
                </a:lnTo>
                <a:lnTo>
                  <a:pt x="1365504" y="3124200"/>
                </a:lnTo>
                <a:lnTo>
                  <a:pt x="1763619" y="3124200"/>
                </a:lnTo>
                <a:lnTo>
                  <a:pt x="1365504" y="3022600"/>
                </a:lnTo>
                <a:close/>
              </a:path>
              <a:path w="9051925" h="6343650">
                <a:moveTo>
                  <a:pt x="2613533" y="3035300"/>
                </a:moveTo>
                <a:lnTo>
                  <a:pt x="2012442" y="3187700"/>
                </a:lnTo>
                <a:lnTo>
                  <a:pt x="2454055" y="3187700"/>
                </a:lnTo>
                <a:lnTo>
                  <a:pt x="2552192" y="3162300"/>
                </a:lnTo>
                <a:lnTo>
                  <a:pt x="2567152" y="3124200"/>
                </a:lnTo>
                <a:lnTo>
                  <a:pt x="2582338" y="3098800"/>
                </a:lnTo>
                <a:lnTo>
                  <a:pt x="2597786" y="3060700"/>
                </a:lnTo>
                <a:lnTo>
                  <a:pt x="2613533" y="3035300"/>
                </a:lnTo>
                <a:close/>
              </a:path>
              <a:path w="9051925" h="6343650">
                <a:moveTo>
                  <a:pt x="318896" y="2819400"/>
                </a:moveTo>
                <a:lnTo>
                  <a:pt x="309895" y="2844800"/>
                </a:lnTo>
                <a:lnTo>
                  <a:pt x="300989" y="2870200"/>
                </a:lnTo>
                <a:lnTo>
                  <a:pt x="292179" y="2895600"/>
                </a:lnTo>
                <a:lnTo>
                  <a:pt x="283464" y="2921000"/>
                </a:lnTo>
                <a:lnTo>
                  <a:pt x="718566" y="3048000"/>
                </a:lnTo>
                <a:lnTo>
                  <a:pt x="1180664" y="2921000"/>
                </a:lnTo>
                <a:lnTo>
                  <a:pt x="718566" y="2921000"/>
                </a:lnTo>
                <a:lnTo>
                  <a:pt x="318896" y="2819400"/>
                </a:lnTo>
                <a:close/>
              </a:path>
              <a:path w="9051925" h="6343650">
                <a:moveTo>
                  <a:pt x="1813384" y="2870200"/>
                </a:moveTo>
                <a:lnTo>
                  <a:pt x="1365504" y="2870200"/>
                </a:lnTo>
                <a:lnTo>
                  <a:pt x="2012442" y="3048000"/>
                </a:lnTo>
                <a:lnTo>
                  <a:pt x="2474540" y="2921000"/>
                </a:lnTo>
                <a:lnTo>
                  <a:pt x="2012442" y="2921000"/>
                </a:lnTo>
                <a:lnTo>
                  <a:pt x="1813384" y="2870200"/>
                </a:lnTo>
                <a:close/>
              </a:path>
              <a:path w="9051925" h="6343650">
                <a:moveTo>
                  <a:pt x="1365504" y="2755900"/>
                </a:moveTo>
                <a:lnTo>
                  <a:pt x="718566" y="2921000"/>
                </a:lnTo>
                <a:lnTo>
                  <a:pt x="1180664" y="2921000"/>
                </a:lnTo>
                <a:lnTo>
                  <a:pt x="1365504" y="2870200"/>
                </a:lnTo>
                <a:lnTo>
                  <a:pt x="1813384" y="2870200"/>
                </a:lnTo>
                <a:lnTo>
                  <a:pt x="1365504" y="2755900"/>
                </a:lnTo>
                <a:close/>
              </a:path>
              <a:path w="9051925" h="6343650">
                <a:moveTo>
                  <a:pt x="2659380" y="2755900"/>
                </a:moveTo>
                <a:lnTo>
                  <a:pt x="2012442" y="2921000"/>
                </a:lnTo>
                <a:lnTo>
                  <a:pt x="2474540" y="2921000"/>
                </a:lnTo>
                <a:lnTo>
                  <a:pt x="2659380" y="2870200"/>
                </a:lnTo>
                <a:lnTo>
                  <a:pt x="2702460" y="2870200"/>
                </a:lnTo>
                <a:lnTo>
                  <a:pt x="2709727" y="2857500"/>
                </a:lnTo>
                <a:lnTo>
                  <a:pt x="2724403" y="2832100"/>
                </a:lnTo>
                <a:lnTo>
                  <a:pt x="2739270" y="2806700"/>
                </a:lnTo>
                <a:lnTo>
                  <a:pt x="2754376" y="2781300"/>
                </a:lnTo>
                <a:lnTo>
                  <a:pt x="2659380" y="2755900"/>
                </a:lnTo>
                <a:close/>
              </a:path>
              <a:path w="9051925" h="6343650">
                <a:moveTo>
                  <a:pt x="2702460" y="2870200"/>
                </a:moveTo>
                <a:lnTo>
                  <a:pt x="2659380" y="2870200"/>
                </a:lnTo>
                <a:lnTo>
                  <a:pt x="2695194" y="2882900"/>
                </a:lnTo>
                <a:lnTo>
                  <a:pt x="2702460" y="2870200"/>
                </a:lnTo>
                <a:close/>
              </a:path>
              <a:path w="9051925" h="6343650">
                <a:moveTo>
                  <a:pt x="407543" y="2578100"/>
                </a:moveTo>
                <a:lnTo>
                  <a:pt x="396714" y="2603500"/>
                </a:lnTo>
                <a:lnTo>
                  <a:pt x="385968" y="2628900"/>
                </a:lnTo>
                <a:lnTo>
                  <a:pt x="375342" y="2654300"/>
                </a:lnTo>
                <a:lnTo>
                  <a:pt x="364870" y="2692400"/>
                </a:lnTo>
                <a:lnTo>
                  <a:pt x="718566" y="2781300"/>
                </a:lnTo>
                <a:lnTo>
                  <a:pt x="1180664" y="2654300"/>
                </a:lnTo>
                <a:lnTo>
                  <a:pt x="718566" y="2654300"/>
                </a:lnTo>
                <a:lnTo>
                  <a:pt x="407543" y="2578100"/>
                </a:lnTo>
                <a:close/>
              </a:path>
              <a:path w="9051925" h="6343650">
                <a:moveTo>
                  <a:pt x="1813384" y="2603500"/>
                </a:moveTo>
                <a:lnTo>
                  <a:pt x="1365504" y="2603500"/>
                </a:lnTo>
                <a:lnTo>
                  <a:pt x="2012442" y="2781300"/>
                </a:lnTo>
                <a:lnTo>
                  <a:pt x="2474540" y="2654300"/>
                </a:lnTo>
                <a:lnTo>
                  <a:pt x="2012442" y="2654300"/>
                </a:lnTo>
                <a:lnTo>
                  <a:pt x="1813384" y="2603500"/>
                </a:lnTo>
                <a:close/>
              </a:path>
              <a:path w="9051925" h="6343650">
                <a:moveTo>
                  <a:pt x="1365504" y="2489200"/>
                </a:moveTo>
                <a:lnTo>
                  <a:pt x="718566" y="2654300"/>
                </a:lnTo>
                <a:lnTo>
                  <a:pt x="1180664" y="2654300"/>
                </a:lnTo>
                <a:lnTo>
                  <a:pt x="1365504" y="2603500"/>
                </a:lnTo>
                <a:lnTo>
                  <a:pt x="1813384" y="2603500"/>
                </a:lnTo>
                <a:lnTo>
                  <a:pt x="1365504" y="2489200"/>
                </a:lnTo>
                <a:close/>
              </a:path>
              <a:path w="9051925" h="6343650">
                <a:moveTo>
                  <a:pt x="2659380" y="2489200"/>
                </a:moveTo>
                <a:lnTo>
                  <a:pt x="2012442" y="2654300"/>
                </a:lnTo>
                <a:lnTo>
                  <a:pt x="2474540" y="2654300"/>
                </a:lnTo>
                <a:lnTo>
                  <a:pt x="2659380" y="2603500"/>
                </a:lnTo>
                <a:lnTo>
                  <a:pt x="2867167" y="2603500"/>
                </a:lnTo>
                <a:lnTo>
                  <a:pt x="2885207" y="2578100"/>
                </a:lnTo>
                <a:lnTo>
                  <a:pt x="2903473" y="2552700"/>
                </a:lnTo>
                <a:lnTo>
                  <a:pt x="2659380" y="2489200"/>
                </a:lnTo>
                <a:close/>
              </a:path>
              <a:path w="9051925" h="6343650">
                <a:moveTo>
                  <a:pt x="2867167" y="2603500"/>
                </a:moveTo>
                <a:lnTo>
                  <a:pt x="2659380" y="2603500"/>
                </a:lnTo>
                <a:lnTo>
                  <a:pt x="2831719" y="2654300"/>
                </a:lnTo>
                <a:lnTo>
                  <a:pt x="2849342" y="2628900"/>
                </a:lnTo>
                <a:lnTo>
                  <a:pt x="2867167" y="2603500"/>
                </a:lnTo>
                <a:close/>
              </a:path>
              <a:path w="9051925" h="6343650">
                <a:moveTo>
                  <a:pt x="507110" y="2336800"/>
                </a:moveTo>
                <a:lnTo>
                  <a:pt x="494250" y="2362200"/>
                </a:lnTo>
                <a:lnTo>
                  <a:pt x="481568" y="2387600"/>
                </a:lnTo>
                <a:lnTo>
                  <a:pt x="469052" y="2425700"/>
                </a:lnTo>
                <a:lnTo>
                  <a:pt x="456692" y="2451100"/>
                </a:lnTo>
                <a:lnTo>
                  <a:pt x="718566" y="2527300"/>
                </a:lnTo>
                <a:lnTo>
                  <a:pt x="1226874" y="2387600"/>
                </a:lnTo>
                <a:lnTo>
                  <a:pt x="718566" y="2387600"/>
                </a:lnTo>
                <a:lnTo>
                  <a:pt x="507110" y="2336800"/>
                </a:lnTo>
                <a:close/>
              </a:path>
              <a:path w="9051925" h="6343650">
                <a:moveTo>
                  <a:pt x="1863148" y="2349500"/>
                </a:moveTo>
                <a:lnTo>
                  <a:pt x="1365504" y="2349500"/>
                </a:lnTo>
                <a:lnTo>
                  <a:pt x="2012442" y="2527300"/>
                </a:lnTo>
                <a:lnTo>
                  <a:pt x="2520750" y="2387600"/>
                </a:lnTo>
                <a:lnTo>
                  <a:pt x="2012442" y="2387600"/>
                </a:lnTo>
                <a:lnTo>
                  <a:pt x="1863148" y="2349500"/>
                </a:lnTo>
                <a:close/>
              </a:path>
              <a:path w="9051925" h="6343650">
                <a:moveTo>
                  <a:pt x="3050921" y="2349500"/>
                </a:moveTo>
                <a:lnTo>
                  <a:pt x="2659380" y="2349500"/>
                </a:lnTo>
                <a:lnTo>
                  <a:pt x="2986912" y="2438400"/>
                </a:lnTo>
                <a:lnTo>
                  <a:pt x="3008042" y="2413000"/>
                </a:lnTo>
                <a:lnTo>
                  <a:pt x="3029362" y="2387600"/>
                </a:lnTo>
                <a:lnTo>
                  <a:pt x="3050921" y="2349500"/>
                </a:lnTo>
                <a:close/>
              </a:path>
              <a:path w="9051925" h="6343650">
                <a:moveTo>
                  <a:pt x="1365504" y="2222500"/>
                </a:moveTo>
                <a:lnTo>
                  <a:pt x="718566" y="2387600"/>
                </a:lnTo>
                <a:lnTo>
                  <a:pt x="1226874" y="2387600"/>
                </a:lnTo>
                <a:lnTo>
                  <a:pt x="1365504" y="2349500"/>
                </a:lnTo>
                <a:lnTo>
                  <a:pt x="1863148" y="2349500"/>
                </a:lnTo>
                <a:lnTo>
                  <a:pt x="1365504" y="2222500"/>
                </a:lnTo>
                <a:close/>
              </a:path>
              <a:path w="9051925" h="6343650">
                <a:moveTo>
                  <a:pt x="2659380" y="2222500"/>
                </a:moveTo>
                <a:lnTo>
                  <a:pt x="2012442" y="2387600"/>
                </a:lnTo>
                <a:lnTo>
                  <a:pt x="2520750" y="2387600"/>
                </a:lnTo>
                <a:lnTo>
                  <a:pt x="2659380" y="2349500"/>
                </a:lnTo>
                <a:lnTo>
                  <a:pt x="3050921" y="2349500"/>
                </a:lnTo>
                <a:lnTo>
                  <a:pt x="3072765" y="2324100"/>
                </a:lnTo>
                <a:lnTo>
                  <a:pt x="2659380" y="2222500"/>
                </a:lnTo>
                <a:close/>
              </a:path>
              <a:path w="9051925" h="6343650">
                <a:moveTo>
                  <a:pt x="9051671" y="2235200"/>
                </a:moveTo>
                <a:lnTo>
                  <a:pt x="8936990" y="2273300"/>
                </a:lnTo>
                <a:lnTo>
                  <a:pt x="8959542" y="2298700"/>
                </a:lnTo>
                <a:lnTo>
                  <a:pt x="8981868" y="2324100"/>
                </a:lnTo>
                <a:lnTo>
                  <a:pt x="9003980" y="2349500"/>
                </a:lnTo>
                <a:lnTo>
                  <a:pt x="9025890" y="2374900"/>
                </a:lnTo>
                <a:lnTo>
                  <a:pt x="9051671" y="2374900"/>
                </a:lnTo>
                <a:lnTo>
                  <a:pt x="9051671" y="2235200"/>
                </a:lnTo>
                <a:close/>
              </a:path>
              <a:path w="9051925" h="6343650">
                <a:moveTo>
                  <a:pt x="617728" y="2095500"/>
                </a:moveTo>
                <a:lnTo>
                  <a:pt x="602771" y="2133600"/>
                </a:lnTo>
                <a:lnTo>
                  <a:pt x="587994" y="2159000"/>
                </a:lnTo>
                <a:lnTo>
                  <a:pt x="573383" y="2184400"/>
                </a:lnTo>
                <a:lnTo>
                  <a:pt x="558927" y="2222500"/>
                </a:lnTo>
                <a:lnTo>
                  <a:pt x="718566" y="2260600"/>
                </a:lnTo>
                <a:lnTo>
                  <a:pt x="1265975" y="2120900"/>
                </a:lnTo>
                <a:lnTo>
                  <a:pt x="718566" y="2120900"/>
                </a:lnTo>
                <a:lnTo>
                  <a:pt x="617728" y="2095500"/>
                </a:lnTo>
                <a:close/>
              </a:path>
              <a:path w="9051925" h="6343650">
                <a:moveTo>
                  <a:pt x="1912913" y="2095500"/>
                </a:moveTo>
                <a:lnTo>
                  <a:pt x="1365504" y="2095500"/>
                </a:lnTo>
                <a:lnTo>
                  <a:pt x="2012442" y="2260600"/>
                </a:lnTo>
                <a:lnTo>
                  <a:pt x="2559851" y="2120900"/>
                </a:lnTo>
                <a:lnTo>
                  <a:pt x="2012442" y="2120900"/>
                </a:lnTo>
                <a:lnTo>
                  <a:pt x="1912913" y="2095500"/>
                </a:lnTo>
                <a:close/>
              </a:path>
              <a:path w="9051925" h="6343650">
                <a:moveTo>
                  <a:pt x="3213872" y="2095500"/>
                </a:moveTo>
                <a:lnTo>
                  <a:pt x="2659380" y="2095500"/>
                </a:lnTo>
                <a:lnTo>
                  <a:pt x="3162299" y="2222500"/>
                </a:lnTo>
                <a:lnTo>
                  <a:pt x="3187378" y="2197100"/>
                </a:lnTo>
                <a:lnTo>
                  <a:pt x="3212719" y="2171700"/>
                </a:lnTo>
                <a:lnTo>
                  <a:pt x="3238345" y="2146300"/>
                </a:lnTo>
                <a:lnTo>
                  <a:pt x="3264280" y="2108200"/>
                </a:lnTo>
                <a:lnTo>
                  <a:pt x="3213872" y="2095500"/>
                </a:lnTo>
                <a:close/>
              </a:path>
              <a:path w="9051925" h="6343650">
                <a:moveTo>
                  <a:pt x="9051671" y="1968500"/>
                </a:moveTo>
                <a:lnTo>
                  <a:pt x="8739124" y="2057400"/>
                </a:lnTo>
                <a:lnTo>
                  <a:pt x="8765917" y="2082800"/>
                </a:lnTo>
                <a:lnTo>
                  <a:pt x="8792400" y="2108200"/>
                </a:lnTo>
                <a:lnTo>
                  <a:pt x="8818598" y="2133600"/>
                </a:lnTo>
                <a:lnTo>
                  <a:pt x="8844534" y="2171700"/>
                </a:lnTo>
                <a:lnTo>
                  <a:pt x="9051671" y="2108200"/>
                </a:lnTo>
                <a:lnTo>
                  <a:pt x="9051671" y="1968500"/>
                </a:lnTo>
                <a:close/>
              </a:path>
              <a:path w="9051925" h="6343650">
                <a:moveTo>
                  <a:pt x="1365504" y="1955800"/>
                </a:moveTo>
                <a:lnTo>
                  <a:pt x="718566" y="2120900"/>
                </a:lnTo>
                <a:lnTo>
                  <a:pt x="1265975" y="2120900"/>
                </a:lnTo>
                <a:lnTo>
                  <a:pt x="1365504" y="2095500"/>
                </a:lnTo>
                <a:lnTo>
                  <a:pt x="1912913" y="2095500"/>
                </a:lnTo>
                <a:lnTo>
                  <a:pt x="1365504" y="1955800"/>
                </a:lnTo>
                <a:close/>
              </a:path>
              <a:path w="9051925" h="6343650">
                <a:moveTo>
                  <a:pt x="2659380" y="1955800"/>
                </a:moveTo>
                <a:lnTo>
                  <a:pt x="2012442" y="2120900"/>
                </a:lnTo>
                <a:lnTo>
                  <a:pt x="2559851" y="2120900"/>
                </a:lnTo>
                <a:lnTo>
                  <a:pt x="2659380" y="2095500"/>
                </a:lnTo>
                <a:lnTo>
                  <a:pt x="3213872" y="2095500"/>
                </a:lnTo>
                <a:lnTo>
                  <a:pt x="2659380" y="1955800"/>
                </a:lnTo>
                <a:close/>
              </a:path>
              <a:path w="9051925" h="6343650">
                <a:moveTo>
                  <a:pt x="1365504" y="1689100"/>
                </a:moveTo>
                <a:lnTo>
                  <a:pt x="747014" y="1854200"/>
                </a:lnTo>
                <a:lnTo>
                  <a:pt x="708945" y="1917700"/>
                </a:lnTo>
                <a:lnTo>
                  <a:pt x="690256" y="1955800"/>
                </a:lnTo>
                <a:lnTo>
                  <a:pt x="671830" y="1993900"/>
                </a:lnTo>
                <a:lnTo>
                  <a:pt x="718566" y="2006600"/>
                </a:lnTo>
                <a:lnTo>
                  <a:pt x="1365504" y="1828800"/>
                </a:lnTo>
                <a:lnTo>
                  <a:pt x="1912913" y="1828800"/>
                </a:lnTo>
                <a:lnTo>
                  <a:pt x="1365504" y="1689100"/>
                </a:lnTo>
                <a:close/>
              </a:path>
              <a:path w="9051925" h="6343650">
                <a:moveTo>
                  <a:pt x="1912913" y="1828800"/>
                </a:moveTo>
                <a:lnTo>
                  <a:pt x="1365504" y="1828800"/>
                </a:lnTo>
                <a:lnTo>
                  <a:pt x="2012442" y="2006600"/>
                </a:lnTo>
                <a:lnTo>
                  <a:pt x="2566960" y="1854200"/>
                </a:lnTo>
                <a:lnTo>
                  <a:pt x="2012442" y="1854200"/>
                </a:lnTo>
                <a:lnTo>
                  <a:pt x="1912913" y="1828800"/>
                </a:lnTo>
                <a:close/>
              </a:path>
              <a:path w="9051925" h="6343650">
                <a:moveTo>
                  <a:pt x="3206789" y="1828800"/>
                </a:moveTo>
                <a:lnTo>
                  <a:pt x="2659380" y="1828800"/>
                </a:lnTo>
                <a:lnTo>
                  <a:pt x="3306318" y="2006600"/>
                </a:lnTo>
                <a:lnTo>
                  <a:pt x="3400932" y="1981200"/>
                </a:lnTo>
                <a:lnTo>
                  <a:pt x="3439994" y="1943100"/>
                </a:lnTo>
                <a:lnTo>
                  <a:pt x="3479574" y="1905000"/>
                </a:lnTo>
                <a:lnTo>
                  <a:pt x="3519662" y="1866900"/>
                </a:lnTo>
                <a:lnTo>
                  <a:pt x="3533190" y="1854200"/>
                </a:lnTo>
                <a:lnTo>
                  <a:pt x="3306318" y="1854200"/>
                </a:lnTo>
                <a:lnTo>
                  <a:pt x="3206789" y="1828800"/>
                </a:lnTo>
                <a:close/>
              </a:path>
              <a:path w="9051925" h="6343650">
                <a:moveTo>
                  <a:pt x="9051671" y="1701800"/>
                </a:moveTo>
                <a:lnTo>
                  <a:pt x="8515223" y="1854200"/>
                </a:lnTo>
                <a:lnTo>
                  <a:pt x="8578389" y="1905000"/>
                </a:lnTo>
                <a:lnTo>
                  <a:pt x="8640317" y="1955800"/>
                </a:lnTo>
                <a:lnTo>
                  <a:pt x="9051671" y="1854200"/>
                </a:lnTo>
                <a:lnTo>
                  <a:pt x="9051671" y="1701800"/>
                </a:lnTo>
                <a:close/>
              </a:path>
              <a:path w="9051925" h="6343650">
                <a:moveTo>
                  <a:pt x="2659380" y="1689100"/>
                </a:moveTo>
                <a:lnTo>
                  <a:pt x="2012442" y="1854200"/>
                </a:lnTo>
                <a:lnTo>
                  <a:pt x="2566960" y="1854200"/>
                </a:lnTo>
                <a:lnTo>
                  <a:pt x="2659380" y="1828800"/>
                </a:lnTo>
                <a:lnTo>
                  <a:pt x="3206789" y="1828800"/>
                </a:lnTo>
                <a:lnTo>
                  <a:pt x="2659380" y="1689100"/>
                </a:lnTo>
                <a:close/>
              </a:path>
              <a:path w="9051925" h="6343650">
                <a:moveTo>
                  <a:pt x="3642867" y="1765300"/>
                </a:moveTo>
                <a:lnTo>
                  <a:pt x="3306318" y="1854200"/>
                </a:lnTo>
                <a:lnTo>
                  <a:pt x="3533190" y="1854200"/>
                </a:lnTo>
                <a:lnTo>
                  <a:pt x="3560247" y="1828800"/>
                </a:lnTo>
                <a:lnTo>
                  <a:pt x="3601319" y="1803400"/>
                </a:lnTo>
                <a:lnTo>
                  <a:pt x="3642867" y="1765300"/>
                </a:lnTo>
                <a:close/>
              </a:path>
              <a:path w="9051925" h="6343650">
                <a:moveTo>
                  <a:pt x="1962677" y="1574800"/>
                </a:moveTo>
                <a:lnTo>
                  <a:pt x="1365504" y="1574800"/>
                </a:lnTo>
                <a:lnTo>
                  <a:pt x="2012442" y="1739900"/>
                </a:lnTo>
                <a:lnTo>
                  <a:pt x="2609615" y="1587500"/>
                </a:lnTo>
                <a:lnTo>
                  <a:pt x="2012442" y="1587500"/>
                </a:lnTo>
                <a:lnTo>
                  <a:pt x="1962677" y="1574800"/>
                </a:lnTo>
                <a:close/>
              </a:path>
              <a:path w="9051925" h="6343650">
                <a:moveTo>
                  <a:pt x="3256553" y="1574800"/>
                </a:moveTo>
                <a:lnTo>
                  <a:pt x="2659380" y="1574800"/>
                </a:lnTo>
                <a:lnTo>
                  <a:pt x="3306318" y="1739900"/>
                </a:lnTo>
                <a:lnTo>
                  <a:pt x="3887088" y="1587500"/>
                </a:lnTo>
                <a:lnTo>
                  <a:pt x="3306318" y="1587500"/>
                </a:lnTo>
                <a:lnTo>
                  <a:pt x="3256553" y="1574800"/>
                </a:lnTo>
                <a:close/>
              </a:path>
              <a:path w="9051925" h="6343650">
                <a:moveTo>
                  <a:pt x="7951215" y="1447800"/>
                </a:moveTo>
                <a:lnTo>
                  <a:pt x="8082722" y="1524000"/>
                </a:lnTo>
                <a:lnTo>
                  <a:pt x="8125780" y="1562100"/>
                </a:lnTo>
                <a:lnTo>
                  <a:pt x="8252551" y="1638300"/>
                </a:lnTo>
                <a:lnTo>
                  <a:pt x="8293989" y="1676400"/>
                </a:lnTo>
                <a:lnTo>
                  <a:pt x="8335009" y="1701800"/>
                </a:lnTo>
                <a:lnTo>
                  <a:pt x="8481567" y="1739900"/>
                </a:lnTo>
                <a:lnTo>
                  <a:pt x="9051671" y="1587500"/>
                </a:lnTo>
                <a:lnTo>
                  <a:pt x="8481567" y="1587500"/>
                </a:lnTo>
                <a:lnTo>
                  <a:pt x="7951215" y="1447800"/>
                </a:lnTo>
                <a:close/>
              </a:path>
              <a:path w="9051925" h="6343650">
                <a:moveTo>
                  <a:pt x="1365504" y="1422400"/>
                </a:moveTo>
                <a:lnTo>
                  <a:pt x="935101" y="1536700"/>
                </a:lnTo>
                <a:lnTo>
                  <a:pt x="906716" y="1574800"/>
                </a:lnTo>
                <a:lnTo>
                  <a:pt x="878713" y="1625600"/>
                </a:lnTo>
                <a:lnTo>
                  <a:pt x="851090" y="1663700"/>
                </a:lnTo>
                <a:lnTo>
                  <a:pt x="823848" y="1714500"/>
                </a:lnTo>
                <a:lnTo>
                  <a:pt x="1365504" y="1574800"/>
                </a:lnTo>
                <a:lnTo>
                  <a:pt x="1962677" y="1574800"/>
                </a:lnTo>
                <a:lnTo>
                  <a:pt x="1365504" y="1422400"/>
                </a:lnTo>
                <a:close/>
              </a:path>
              <a:path w="9051925" h="6343650">
                <a:moveTo>
                  <a:pt x="2659380" y="1422400"/>
                </a:moveTo>
                <a:lnTo>
                  <a:pt x="2012442" y="1587500"/>
                </a:lnTo>
                <a:lnTo>
                  <a:pt x="2609615" y="1587500"/>
                </a:lnTo>
                <a:lnTo>
                  <a:pt x="2659380" y="1574800"/>
                </a:lnTo>
                <a:lnTo>
                  <a:pt x="3256553" y="1574800"/>
                </a:lnTo>
                <a:lnTo>
                  <a:pt x="2659380" y="1422400"/>
                </a:lnTo>
                <a:close/>
              </a:path>
              <a:path w="9051925" h="6343650">
                <a:moveTo>
                  <a:pt x="3953129" y="1422400"/>
                </a:moveTo>
                <a:lnTo>
                  <a:pt x="3306318" y="1587500"/>
                </a:lnTo>
                <a:lnTo>
                  <a:pt x="3887088" y="1587500"/>
                </a:lnTo>
                <a:lnTo>
                  <a:pt x="4011630" y="1511300"/>
                </a:lnTo>
                <a:lnTo>
                  <a:pt x="4096384" y="1460500"/>
                </a:lnTo>
                <a:lnTo>
                  <a:pt x="3953129" y="1422400"/>
                </a:lnTo>
                <a:close/>
              </a:path>
              <a:path w="9051925" h="6343650">
                <a:moveTo>
                  <a:pt x="9051671" y="1435100"/>
                </a:moveTo>
                <a:lnTo>
                  <a:pt x="8481567" y="1587500"/>
                </a:lnTo>
                <a:lnTo>
                  <a:pt x="9051671" y="1587500"/>
                </a:lnTo>
                <a:lnTo>
                  <a:pt x="9051671" y="1435100"/>
                </a:lnTo>
                <a:close/>
              </a:path>
              <a:path w="9051925" h="6343650">
                <a:moveTo>
                  <a:pt x="1962677" y="1308100"/>
                </a:moveTo>
                <a:lnTo>
                  <a:pt x="1365504" y="1308100"/>
                </a:lnTo>
                <a:lnTo>
                  <a:pt x="2012442" y="1485900"/>
                </a:lnTo>
                <a:lnTo>
                  <a:pt x="2613170" y="1320800"/>
                </a:lnTo>
                <a:lnTo>
                  <a:pt x="2012442" y="1320800"/>
                </a:lnTo>
                <a:lnTo>
                  <a:pt x="1962677" y="1308100"/>
                </a:lnTo>
                <a:close/>
              </a:path>
              <a:path w="9051925" h="6343650">
                <a:moveTo>
                  <a:pt x="3256553" y="1308100"/>
                </a:moveTo>
                <a:lnTo>
                  <a:pt x="2659380" y="1308100"/>
                </a:lnTo>
                <a:lnTo>
                  <a:pt x="3306318" y="1485900"/>
                </a:lnTo>
                <a:lnTo>
                  <a:pt x="3906928" y="1320800"/>
                </a:lnTo>
                <a:lnTo>
                  <a:pt x="3306318" y="1320800"/>
                </a:lnTo>
                <a:lnTo>
                  <a:pt x="3256553" y="1308100"/>
                </a:lnTo>
                <a:close/>
              </a:path>
              <a:path w="9051925" h="6343650">
                <a:moveTo>
                  <a:pt x="8431803" y="1308100"/>
                </a:moveTo>
                <a:lnTo>
                  <a:pt x="7834630" y="1308100"/>
                </a:lnTo>
                <a:lnTo>
                  <a:pt x="8481567" y="1485900"/>
                </a:lnTo>
                <a:lnTo>
                  <a:pt x="9051671" y="1333500"/>
                </a:lnTo>
                <a:lnTo>
                  <a:pt x="9051671" y="1320800"/>
                </a:lnTo>
                <a:lnTo>
                  <a:pt x="8481567" y="1320800"/>
                </a:lnTo>
                <a:lnTo>
                  <a:pt x="8431803" y="1308100"/>
                </a:lnTo>
                <a:close/>
              </a:path>
              <a:path w="9051925" h="6343650">
                <a:moveTo>
                  <a:pt x="1365504" y="1155700"/>
                </a:moveTo>
                <a:lnTo>
                  <a:pt x="1157605" y="1206500"/>
                </a:lnTo>
                <a:lnTo>
                  <a:pt x="1129549" y="1244600"/>
                </a:lnTo>
                <a:lnTo>
                  <a:pt x="1101773" y="1282700"/>
                </a:lnTo>
                <a:lnTo>
                  <a:pt x="1074284" y="1320800"/>
                </a:lnTo>
                <a:lnTo>
                  <a:pt x="1047088" y="1358900"/>
                </a:lnTo>
                <a:lnTo>
                  <a:pt x="1020191" y="1397000"/>
                </a:lnTo>
                <a:lnTo>
                  <a:pt x="1365504" y="1308100"/>
                </a:lnTo>
                <a:lnTo>
                  <a:pt x="1962677" y="1308100"/>
                </a:lnTo>
                <a:lnTo>
                  <a:pt x="1365504" y="1155700"/>
                </a:lnTo>
                <a:close/>
              </a:path>
              <a:path w="9051925" h="6343650">
                <a:moveTo>
                  <a:pt x="4371476" y="1308100"/>
                </a:moveTo>
                <a:lnTo>
                  <a:pt x="3953129" y="1308100"/>
                </a:lnTo>
                <a:lnTo>
                  <a:pt x="4226179" y="1384300"/>
                </a:lnTo>
                <a:lnTo>
                  <a:pt x="4308763" y="1333500"/>
                </a:lnTo>
                <a:lnTo>
                  <a:pt x="4350482" y="1320800"/>
                </a:lnTo>
                <a:lnTo>
                  <a:pt x="4371476" y="1308100"/>
                </a:lnTo>
                <a:close/>
              </a:path>
              <a:path w="9051925" h="6343650">
                <a:moveTo>
                  <a:pt x="7834630" y="1155700"/>
                </a:moveTo>
                <a:lnTo>
                  <a:pt x="7522463" y="1231900"/>
                </a:lnTo>
                <a:lnTo>
                  <a:pt x="7566722" y="1257300"/>
                </a:lnTo>
                <a:lnTo>
                  <a:pt x="7610658" y="1270000"/>
                </a:lnTo>
                <a:lnTo>
                  <a:pt x="7654283" y="1295400"/>
                </a:lnTo>
                <a:lnTo>
                  <a:pt x="7697610" y="1308100"/>
                </a:lnTo>
                <a:lnTo>
                  <a:pt x="7740650" y="1333500"/>
                </a:lnTo>
                <a:lnTo>
                  <a:pt x="7834630" y="1308100"/>
                </a:lnTo>
                <a:lnTo>
                  <a:pt x="8431803" y="1308100"/>
                </a:lnTo>
                <a:lnTo>
                  <a:pt x="7834630" y="1155700"/>
                </a:lnTo>
                <a:close/>
              </a:path>
              <a:path w="9051925" h="6343650">
                <a:moveTo>
                  <a:pt x="2659380" y="1155700"/>
                </a:moveTo>
                <a:lnTo>
                  <a:pt x="2012442" y="1320800"/>
                </a:lnTo>
                <a:lnTo>
                  <a:pt x="2613170" y="1320800"/>
                </a:lnTo>
                <a:lnTo>
                  <a:pt x="2659380" y="1308100"/>
                </a:lnTo>
                <a:lnTo>
                  <a:pt x="3256553" y="1308100"/>
                </a:lnTo>
                <a:lnTo>
                  <a:pt x="2659380" y="1155700"/>
                </a:lnTo>
                <a:close/>
              </a:path>
              <a:path w="9051925" h="6343650">
                <a:moveTo>
                  <a:pt x="3953129" y="1155700"/>
                </a:moveTo>
                <a:lnTo>
                  <a:pt x="3306318" y="1320800"/>
                </a:lnTo>
                <a:lnTo>
                  <a:pt x="3906928" y="1320800"/>
                </a:lnTo>
                <a:lnTo>
                  <a:pt x="3953129" y="1308100"/>
                </a:lnTo>
                <a:lnTo>
                  <a:pt x="4371476" y="1308100"/>
                </a:lnTo>
                <a:lnTo>
                  <a:pt x="4392469" y="1295400"/>
                </a:lnTo>
                <a:lnTo>
                  <a:pt x="4434712" y="1282700"/>
                </a:lnTo>
                <a:lnTo>
                  <a:pt x="3953129" y="1155700"/>
                </a:lnTo>
                <a:close/>
              </a:path>
              <a:path w="9051925" h="6343650">
                <a:moveTo>
                  <a:pt x="9051671" y="1168400"/>
                </a:moveTo>
                <a:lnTo>
                  <a:pt x="8481567" y="1320800"/>
                </a:lnTo>
                <a:lnTo>
                  <a:pt x="9051671" y="1320800"/>
                </a:lnTo>
                <a:lnTo>
                  <a:pt x="9051671" y="1168400"/>
                </a:lnTo>
                <a:close/>
              </a:path>
              <a:path w="9051925" h="6343650">
                <a:moveTo>
                  <a:pt x="2659380" y="1054100"/>
                </a:moveTo>
                <a:lnTo>
                  <a:pt x="1365504" y="1054100"/>
                </a:lnTo>
                <a:lnTo>
                  <a:pt x="2012442" y="1219200"/>
                </a:lnTo>
                <a:lnTo>
                  <a:pt x="2659380" y="1054100"/>
                </a:lnTo>
                <a:close/>
              </a:path>
              <a:path w="9051925" h="6343650">
                <a:moveTo>
                  <a:pt x="3953129" y="1054100"/>
                </a:moveTo>
                <a:lnTo>
                  <a:pt x="2659380" y="1054100"/>
                </a:lnTo>
                <a:lnTo>
                  <a:pt x="3306318" y="1219200"/>
                </a:lnTo>
                <a:lnTo>
                  <a:pt x="3953129" y="1054100"/>
                </a:lnTo>
                <a:close/>
              </a:path>
              <a:path w="9051925" h="6343650">
                <a:moveTo>
                  <a:pt x="5247005" y="889000"/>
                </a:moveTo>
                <a:lnTo>
                  <a:pt x="4600066" y="1054100"/>
                </a:lnTo>
                <a:lnTo>
                  <a:pt x="3953129" y="1054100"/>
                </a:lnTo>
                <a:lnTo>
                  <a:pt x="4578096" y="1219200"/>
                </a:lnTo>
                <a:lnTo>
                  <a:pt x="4623847" y="1193800"/>
                </a:lnTo>
                <a:lnTo>
                  <a:pt x="4716213" y="1168400"/>
                </a:lnTo>
                <a:lnTo>
                  <a:pt x="4762819" y="1143000"/>
                </a:lnTo>
                <a:lnTo>
                  <a:pt x="4904272" y="1104900"/>
                </a:lnTo>
                <a:lnTo>
                  <a:pt x="4951955" y="1079500"/>
                </a:lnTo>
                <a:lnTo>
                  <a:pt x="5145225" y="1028700"/>
                </a:lnTo>
                <a:lnTo>
                  <a:pt x="5194155" y="1028700"/>
                </a:lnTo>
                <a:lnTo>
                  <a:pt x="5342347" y="990600"/>
                </a:lnTo>
                <a:lnTo>
                  <a:pt x="5392197" y="990600"/>
                </a:lnTo>
                <a:lnTo>
                  <a:pt x="5492548" y="965200"/>
                </a:lnTo>
                <a:lnTo>
                  <a:pt x="5543041" y="965200"/>
                </a:lnTo>
                <a:lnTo>
                  <a:pt x="5247005" y="889000"/>
                </a:lnTo>
                <a:close/>
              </a:path>
              <a:path w="9051925" h="6343650">
                <a:moveTo>
                  <a:pt x="9051671" y="901700"/>
                </a:moveTo>
                <a:lnTo>
                  <a:pt x="8481567" y="1054100"/>
                </a:lnTo>
                <a:lnTo>
                  <a:pt x="7834630" y="1054100"/>
                </a:lnTo>
                <a:lnTo>
                  <a:pt x="8481567" y="1219200"/>
                </a:lnTo>
                <a:lnTo>
                  <a:pt x="9051671" y="1066800"/>
                </a:lnTo>
                <a:lnTo>
                  <a:pt x="9051671" y="901700"/>
                </a:lnTo>
                <a:close/>
              </a:path>
              <a:path w="9051925" h="6343650">
                <a:moveTo>
                  <a:pt x="6540881" y="889000"/>
                </a:moveTo>
                <a:lnTo>
                  <a:pt x="6318884" y="939800"/>
                </a:lnTo>
                <a:lnTo>
                  <a:pt x="6371326" y="952500"/>
                </a:lnTo>
                <a:lnTo>
                  <a:pt x="6475595" y="952500"/>
                </a:lnTo>
                <a:lnTo>
                  <a:pt x="6527413" y="965200"/>
                </a:lnTo>
                <a:lnTo>
                  <a:pt x="6579013" y="965200"/>
                </a:lnTo>
                <a:lnTo>
                  <a:pt x="6681545" y="990600"/>
                </a:lnTo>
                <a:lnTo>
                  <a:pt x="6732466" y="990600"/>
                </a:lnTo>
                <a:lnTo>
                  <a:pt x="7227966" y="1117600"/>
                </a:lnTo>
                <a:lnTo>
                  <a:pt x="7276043" y="1143000"/>
                </a:lnTo>
                <a:lnTo>
                  <a:pt x="7371333" y="1168400"/>
                </a:lnTo>
                <a:lnTo>
                  <a:pt x="7834630" y="1054100"/>
                </a:lnTo>
                <a:lnTo>
                  <a:pt x="7187691" y="1054100"/>
                </a:lnTo>
                <a:lnTo>
                  <a:pt x="6540881" y="889000"/>
                </a:lnTo>
                <a:close/>
              </a:path>
              <a:path w="9051925" h="6343650">
                <a:moveTo>
                  <a:pt x="1402460" y="889000"/>
                </a:moveTo>
                <a:lnTo>
                  <a:pt x="1371827" y="927100"/>
                </a:lnTo>
                <a:lnTo>
                  <a:pt x="1341492" y="965200"/>
                </a:lnTo>
                <a:lnTo>
                  <a:pt x="1311450" y="1003300"/>
                </a:lnTo>
                <a:lnTo>
                  <a:pt x="1281695" y="1041400"/>
                </a:lnTo>
                <a:lnTo>
                  <a:pt x="1252220" y="1079500"/>
                </a:lnTo>
                <a:lnTo>
                  <a:pt x="1365504" y="1054100"/>
                </a:lnTo>
                <a:lnTo>
                  <a:pt x="2012442" y="1054100"/>
                </a:lnTo>
                <a:lnTo>
                  <a:pt x="1402460" y="889000"/>
                </a:lnTo>
                <a:close/>
              </a:path>
              <a:path w="9051925" h="6343650">
                <a:moveTo>
                  <a:pt x="2659380" y="889000"/>
                </a:moveTo>
                <a:lnTo>
                  <a:pt x="2012442" y="1054100"/>
                </a:lnTo>
                <a:lnTo>
                  <a:pt x="3306318" y="1054100"/>
                </a:lnTo>
                <a:lnTo>
                  <a:pt x="2659380" y="889000"/>
                </a:lnTo>
                <a:close/>
              </a:path>
              <a:path w="9051925" h="6343650">
                <a:moveTo>
                  <a:pt x="3953129" y="889000"/>
                </a:moveTo>
                <a:lnTo>
                  <a:pt x="3306318" y="1054100"/>
                </a:lnTo>
                <a:lnTo>
                  <a:pt x="4600066" y="1054100"/>
                </a:lnTo>
                <a:lnTo>
                  <a:pt x="3953129" y="889000"/>
                </a:lnTo>
                <a:close/>
              </a:path>
              <a:path w="9051925" h="6343650">
                <a:moveTo>
                  <a:pt x="7834630" y="889000"/>
                </a:moveTo>
                <a:lnTo>
                  <a:pt x="7187691" y="1054100"/>
                </a:lnTo>
                <a:lnTo>
                  <a:pt x="8481567" y="1054100"/>
                </a:lnTo>
                <a:lnTo>
                  <a:pt x="7834630" y="889000"/>
                </a:lnTo>
                <a:close/>
              </a:path>
              <a:path w="9051925" h="6343650">
                <a:moveTo>
                  <a:pt x="1592198" y="673100"/>
                </a:moveTo>
                <a:lnTo>
                  <a:pt x="1560528" y="711200"/>
                </a:lnTo>
                <a:lnTo>
                  <a:pt x="1529143" y="749300"/>
                </a:lnTo>
                <a:lnTo>
                  <a:pt x="1498044" y="787400"/>
                </a:lnTo>
                <a:lnTo>
                  <a:pt x="1467231" y="812800"/>
                </a:lnTo>
                <a:lnTo>
                  <a:pt x="2012442" y="965200"/>
                </a:lnTo>
                <a:lnTo>
                  <a:pt x="2659380" y="787400"/>
                </a:lnTo>
                <a:lnTo>
                  <a:pt x="2012442" y="787400"/>
                </a:lnTo>
                <a:lnTo>
                  <a:pt x="1592198" y="673100"/>
                </a:lnTo>
                <a:close/>
              </a:path>
              <a:path w="9051925" h="6343650">
                <a:moveTo>
                  <a:pt x="3953129" y="787400"/>
                </a:moveTo>
                <a:lnTo>
                  <a:pt x="2659380" y="787400"/>
                </a:lnTo>
                <a:lnTo>
                  <a:pt x="3306318" y="965200"/>
                </a:lnTo>
                <a:lnTo>
                  <a:pt x="3953129" y="787400"/>
                </a:lnTo>
                <a:close/>
              </a:path>
              <a:path w="9051925" h="6343650">
                <a:moveTo>
                  <a:pt x="5247005" y="787400"/>
                </a:moveTo>
                <a:lnTo>
                  <a:pt x="3953129" y="787400"/>
                </a:lnTo>
                <a:lnTo>
                  <a:pt x="4600066" y="965200"/>
                </a:lnTo>
                <a:lnTo>
                  <a:pt x="5247005" y="787400"/>
                </a:lnTo>
                <a:close/>
              </a:path>
              <a:path w="9051925" h="6343650">
                <a:moveTo>
                  <a:pt x="7834630" y="787400"/>
                </a:moveTo>
                <a:lnTo>
                  <a:pt x="6540881" y="787400"/>
                </a:lnTo>
                <a:lnTo>
                  <a:pt x="7187691" y="965200"/>
                </a:lnTo>
                <a:lnTo>
                  <a:pt x="7834630" y="787400"/>
                </a:lnTo>
                <a:close/>
              </a:path>
              <a:path w="9051925" h="6343650">
                <a:moveTo>
                  <a:pt x="9051671" y="635000"/>
                </a:moveTo>
                <a:lnTo>
                  <a:pt x="8481567" y="787400"/>
                </a:lnTo>
                <a:lnTo>
                  <a:pt x="7834630" y="787400"/>
                </a:lnTo>
                <a:lnTo>
                  <a:pt x="8481567" y="965200"/>
                </a:lnTo>
                <a:lnTo>
                  <a:pt x="9051671" y="812800"/>
                </a:lnTo>
                <a:lnTo>
                  <a:pt x="9051671" y="635000"/>
                </a:lnTo>
                <a:close/>
              </a:path>
              <a:path w="9051925" h="6343650">
                <a:moveTo>
                  <a:pt x="6540881" y="787400"/>
                </a:moveTo>
                <a:lnTo>
                  <a:pt x="5247005" y="787400"/>
                </a:lnTo>
                <a:lnTo>
                  <a:pt x="5803391" y="939800"/>
                </a:lnTo>
                <a:lnTo>
                  <a:pt x="5905865" y="939800"/>
                </a:lnTo>
                <a:lnTo>
                  <a:pt x="5957357" y="927100"/>
                </a:lnTo>
                <a:lnTo>
                  <a:pt x="6009005" y="927100"/>
                </a:lnTo>
                <a:lnTo>
                  <a:pt x="6540881" y="787400"/>
                </a:lnTo>
                <a:close/>
              </a:path>
              <a:path w="9051925" h="6343650">
                <a:moveTo>
                  <a:pt x="2659380" y="622300"/>
                </a:moveTo>
                <a:lnTo>
                  <a:pt x="2012442" y="787400"/>
                </a:lnTo>
                <a:lnTo>
                  <a:pt x="3306318" y="787400"/>
                </a:lnTo>
                <a:lnTo>
                  <a:pt x="2659380" y="622300"/>
                </a:lnTo>
                <a:close/>
              </a:path>
              <a:path w="9051925" h="6343650">
                <a:moveTo>
                  <a:pt x="3953129" y="622300"/>
                </a:moveTo>
                <a:lnTo>
                  <a:pt x="3306318" y="787400"/>
                </a:lnTo>
                <a:lnTo>
                  <a:pt x="4600066" y="787400"/>
                </a:lnTo>
                <a:lnTo>
                  <a:pt x="3953129" y="622300"/>
                </a:lnTo>
                <a:close/>
              </a:path>
              <a:path w="9051925" h="6343650">
                <a:moveTo>
                  <a:pt x="5247005" y="622300"/>
                </a:moveTo>
                <a:lnTo>
                  <a:pt x="4600066" y="787400"/>
                </a:lnTo>
                <a:lnTo>
                  <a:pt x="5893942" y="787400"/>
                </a:lnTo>
                <a:lnTo>
                  <a:pt x="5247005" y="622300"/>
                </a:lnTo>
                <a:close/>
              </a:path>
              <a:path w="9051925" h="6343650">
                <a:moveTo>
                  <a:pt x="6540881" y="622300"/>
                </a:moveTo>
                <a:lnTo>
                  <a:pt x="5893942" y="787400"/>
                </a:lnTo>
                <a:lnTo>
                  <a:pt x="7187691" y="787400"/>
                </a:lnTo>
                <a:lnTo>
                  <a:pt x="6540881" y="622300"/>
                </a:lnTo>
                <a:close/>
              </a:path>
              <a:path w="9051925" h="6343650">
                <a:moveTo>
                  <a:pt x="7834630" y="622300"/>
                </a:moveTo>
                <a:lnTo>
                  <a:pt x="7187691" y="787400"/>
                </a:lnTo>
                <a:lnTo>
                  <a:pt x="8481567" y="787400"/>
                </a:lnTo>
                <a:lnTo>
                  <a:pt x="7834630" y="622300"/>
                </a:lnTo>
                <a:close/>
              </a:path>
              <a:path w="9051925" h="6343650">
                <a:moveTo>
                  <a:pt x="1797177" y="469900"/>
                </a:moveTo>
                <a:lnTo>
                  <a:pt x="1761622" y="495300"/>
                </a:lnTo>
                <a:lnTo>
                  <a:pt x="1726390" y="533400"/>
                </a:lnTo>
                <a:lnTo>
                  <a:pt x="1656842" y="609600"/>
                </a:lnTo>
                <a:lnTo>
                  <a:pt x="2012442" y="698500"/>
                </a:lnTo>
                <a:lnTo>
                  <a:pt x="2659380" y="533400"/>
                </a:lnTo>
                <a:lnTo>
                  <a:pt x="9051671" y="533400"/>
                </a:lnTo>
                <a:lnTo>
                  <a:pt x="9051671" y="520700"/>
                </a:lnTo>
                <a:lnTo>
                  <a:pt x="2012442" y="520700"/>
                </a:lnTo>
                <a:lnTo>
                  <a:pt x="1797177" y="469900"/>
                </a:lnTo>
                <a:close/>
              </a:path>
              <a:path w="9051925" h="6343650">
                <a:moveTo>
                  <a:pt x="3953129" y="533400"/>
                </a:moveTo>
                <a:lnTo>
                  <a:pt x="2659380" y="533400"/>
                </a:lnTo>
                <a:lnTo>
                  <a:pt x="3306318" y="698500"/>
                </a:lnTo>
                <a:lnTo>
                  <a:pt x="3953129" y="533400"/>
                </a:lnTo>
                <a:close/>
              </a:path>
              <a:path w="9051925" h="6343650">
                <a:moveTo>
                  <a:pt x="5247005" y="533400"/>
                </a:moveTo>
                <a:lnTo>
                  <a:pt x="3953129" y="533400"/>
                </a:lnTo>
                <a:lnTo>
                  <a:pt x="4600066" y="698500"/>
                </a:lnTo>
                <a:lnTo>
                  <a:pt x="5247005" y="533400"/>
                </a:lnTo>
                <a:close/>
              </a:path>
              <a:path w="9051925" h="6343650">
                <a:moveTo>
                  <a:pt x="6540881" y="533400"/>
                </a:moveTo>
                <a:lnTo>
                  <a:pt x="5247005" y="533400"/>
                </a:lnTo>
                <a:lnTo>
                  <a:pt x="5893942" y="698500"/>
                </a:lnTo>
                <a:lnTo>
                  <a:pt x="6540881" y="533400"/>
                </a:lnTo>
                <a:close/>
              </a:path>
              <a:path w="9051925" h="6343650">
                <a:moveTo>
                  <a:pt x="7834630" y="533400"/>
                </a:moveTo>
                <a:lnTo>
                  <a:pt x="6540881" y="533400"/>
                </a:lnTo>
                <a:lnTo>
                  <a:pt x="7187691" y="698500"/>
                </a:lnTo>
                <a:lnTo>
                  <a:pt x="7834630" y="533400"/>
                </a:lnTo>
                <a:close/>
              </a:path>
              <a:path w="9051925" h="6343650">
                <a:moveTo>
                  <a:pt x="9051671" y="533400"/>
                </a:moveTo>
                <a:lnTo>
                  <a:pt x="7834630" y="533400"/>
                </a:lnTo>
                <a:lnTo>
                  <a:pt x="8481567" y="698500"/>
                </a:lnTo>
                <a:lnTo>
                  <a:pt x="9051671" y="546100"/>
                </a:lnTo>
                <a:lnTo>
                  <a:pt x="9051671" y="533400"/>
                </a:lnTo>
                <a:close/>
              </a:path>
              <a:path w="9051925" h="6343650">
                <a:moveTo>
                  <a:pt x="2659380" y="342900"/>
                </a:moveTo>
                <a:lnTo>
                  <a:pt x="2012442" y="520700"/>
                </a:lnTo>
                <a:lnTo>
                  <a:pt x="3306318" y="520700"/>
                </a:lnTo>
                <a:lnTo>
                  <a:pt x="2659380" y="342900"/>
                </a:lnTo>
                <a:close/>
              </a:path>
              <a:path w="9051925" h="6343650">
                <a:moveTo>
                  <a:pt x="3953129" y="342900"/>
                </a:moveTo>
                <a:lnTo>
                  <a:pt x="3306318" y="520700"/>
                </a:lnTo>
                <a:lnTo>
                  <a:pt x="4600066" y="520700"/>
                </a:lnTo>
                <a:lnTo>
                  <a:pt x="3953129" y="342900"/>
                </a:lnTo>
                <a:close/>
              </a:path>
              <a:path w="9051925" h="6343650">
                <a:moveTo>
                  <a:pt x="5247005" y="342900"/>
                </a:moveTo>
                <a:lnTo>
                  <a:pt x="4600066" y="520700"/>
                </a:lnTo>
                <a:lnTo>
                  <a:pt x="5893942" y="520700"/>
                </a:lnTo>
                <a:lnTo>
                  <a:pt x="5247005" y="342900"/>
                </a:lnTo>
                <a:close/>
              </a:path>
              <a:path w="9051925" h="6343650">
                <a:moveTo>
                  <a:pt x="6540881" y="342900"/>
                </a:moveTo>
                <a:lnTo>
                  <a:pt x="5893942" y="520700"/>
                </a:lnTo>
                <a:lnTo>
                  <a:pt x="7187691" y="520700"/>
                </a:lnTo>
                <a:lnTo>
                  <a:pt x="6540881" y="342900"/>
                </a:lnTo>
                <a:close/>
              </a:path>
              <a:path w="9051925" h="6343650">
                <a:moveTo>
                  <a:pt x="7834630" y="342900"/>
                </a:moveTo>
                <a:lnTo>
                  <a:pt x="7187691" y="520700"/>
                </a:lnTo>
                <a:lnTo>
                  <a:pt x="8481567" y="520700"/>
                </a:lnTo>
                <a:lnTo>
                  <a:pt x="7834630" y="342900"/>
                </a:lnTo>
                <a:close/>
              </a:path>
              <a:path w="9051925" h="6343650">
                <a:moveTo>
                  <a:pt x="9051671" y="368300"/>
                </a:moveTo>
                <a:lnTo>
                  <a:pt x="8481567" y="520700"/>
                </a:lnTo>
                <a:lnTo>
                  <a:pt x="9051671" y="520700"/>
                </a:lnTo>
                <a:lnTo>
                  <a:pt x="9051671" y="368300"/>
                </a:lnTo>
                <a:close/>
              </a:path>
              <a:path w="9051925" h="6343650">
                <a:moveTo>
                  <a:pt x="2659380" y="76200"/>
                </a:moveTo>
                <a:lnTo>
                  <a:pt x="2023871" y="254000"/>
                </a:lnTo>
                <a:lnTo>
                  <a:pt x="1941925" y="330200"/>
                </a:lnTo>
                <a:lnTo>
                  <a:pt x="1861311" y="406400"/>
                </a:lnTo>
                <a:lnTo>
                  <a:pt x="2012442" y="444500"/>
                </a:lnTo>
                <a:lnTo>
                  <a:pt x="2659380" y="266700"/>
                </a:lnTo>
                <a:lnTo>
                  <a:pt x="9051671" y="266700"/>
                </a:lnTo>
                <a:lnTo>
                  <a:pt x="9051671" y="254000"/>
                </a:lnTo>
                <a:lnTo>
                  <a:pt x="3306318" y="254000"/>
                </a:lnTo>
                <a:lnTo>
                  <a:pt x="2659380" y="76200"/>
                </a:lnTo>
                <a:close/>
              </a:path>
              <a:path w="9051925" h="6343650">
                <a:moveTo>
                  <a:pt x="3953129" y="266700"/>
                </a:moveTo>
                <a:lnTo>
                  <a:pt x="2659380" y="266700"/>
                </a:lnTo>
                <a:lnTo>
                  <a:pt x="3306318" y="444500"/>
                </a:lnTo>
                <a:lnTo>
                  <a:pt x="3953129" y="266700"/>
                </a:lnTo>
                <a:close/>
              </a:path>
              <a:path w="9051925" h="6343650">
                <a:moveTo>
                  <a:pt x="5247005" y="266700"/>
                </a:moveTo>
                <a:lnTo>
                  <a:pt x="3953129" y="266700"/>
                </a:lnTo>
                <a:lnTo>
                  <a:pt x="4600066" y="444500"/>
                </a:lnTo>
                <a:lnTo>
                  <a:pt x="5247005" y="266700"/>
                </a:lnTo>
                <a:close/>
              </a:path>
              <a:path w="9051925" h="6343650">
                <a:moveTo>
                  <a:pt x="6540881" y="266700"/>
                </a:moveTo>
                <a:lnTo>
                  <a:pt x="5247005" y="266700"/>
                </a:lnTo>
                <a:lnTo>
                  <a:pt x="5893942" y="444500"/>
                </a:lnTo>
                <a:lnTo>
                  <a:pt x="6540881" y="266700"/>
                </a:lnTo>
                <a:close/>
              </a:path>
              <a:path w="9051925" h="6343650">
                <a:moveTo>
                  <a:pt x="7834630" y="266700"/>
                </a:moveTo>
                <a:lnTo>
                  <a:pt x="6540881" y="266700"/>
                </a:lnTo>
                <a:lnTo>
                  <a:pt x="7187691" y="444500"/>
                </a:lnTo>
                <a:lnTo>
                  <a:pt x="7834630" y="266700"/>
                </a:lnTo>
                <a:close/>
              </a:path>
              <a:path w="9051925" h="6343650">
                <a:moveTo>
                  <a:pt x="9051671" y="266700"/>
                </a:moveTo>
                <a:lnTo>
                  <a:pt x="7834630" y="266700"/>
                </a:lnTo>
                <a:lnTo>
                  <a:pt x="8481567" y="444500"/>
                </a:lnTo>
                <a:lnTo>
                  <a:pt x="9051671" y="292100"/>
                </a:lnTo>
                <a:lnTo>
                  <a:pt x="9051671" y="266700"/>
                </a:lnTo>
                <a:close/>
              </a:path>
              <a:path w="9051925" h="6343650">
                <a:moveTo>
                  <a:pt x="3953129" y="76200"/>
                </a:moveTo>
                <a:lnTo>
                  <a:pt x="3306318" y="254000"/>
                </a:lnTo>
                <a:lnTo>
                  <a:pt x="4600066" y="254000"/>
                </a:lnTo>
                <a:lnTo>
                  <a:pt x="3953129" y="76200"/>
                </a:lnTo>
                <a:close/>
              </a:path>
              <a:path w="9051925" h="6343650">
                <a:moveTo>
                  <a:pt x="5247005" y="76200"/>
                </a:moveTo>
                <a:lnTo>
                  <a:pt x="4600066" y="254000"/>
                </a:lnTo>
                <a:lnTo>
                  <a:pt x="5893942" y="254000"/>
                </a:lnTo>
                <a:lnTo>
                  <a:pt x="5247005" y="76200"/>
                </a:lnTo>
                <a:close/>
              </a:path>
              <a:path w="9051925" h="6343650">
                <a:moveTo>
                  <a:pt x="6540881" y="76200"/>
                </a:moveTo>
                <a:lnTo>
                  <a:pt x="5893942" y="254000"/>
                </a:lnTo>
                <a:lnTo>
                  <a:pt x="7187691" y="254000"/>
                </a:lnTo>
                <a:lnTo>
                  <a:pt x="6540881" y="76200"/>
                </a:lnTo>
                <a:close/>
              </a:path>
              <a:path w="9051925" h="6343650">
                <a:moveTo>
                  <a:pt x="7834630" y="76200"/>
                </a:moveTo>
                <a:lnTo>
                  <a:pt x="7187691" y="254000"/>
                </a:lnTo>
                <a:lnTo>
                  <a:pt x="8481567" y="254000"/>
                </a:lnTo>
                <a:lnTo>
                  <a:pt x="7834630" y="76200"/>
                </a:lnTo>
                <a:close/>
              </a:path>
              <a:path w="9051925" h="6343650">
                <a:moveTo>
                  <a:pt x="9051671" y="101600"/>
                </a:moveTo>
                <a:lnTo>
                  <a:pt x="8481567" y="254000"/>
                </a:lnTo>
                <a:lnTo>
                  <a:pt x="9051671" y="254000"/>
                </a:lnTo>
                <a:lnTo>
                  <a:pt x="9051671" y="101600"/>
                </a:lnTo>
                <a:close/>
              </a:path>
              <a:path w="9051925" h="6343650">
                <a:moveTo>
                  <a:pt x="3953129" y="12700"/>
                </a:moveTo>
                <a:lnTo>
                  <a:pt x="2659380" y="12700"/>
                </a:lnTo>
                <a:lnTo>
                  <a:pt x="3306318" y="177800"/>
                </a:lnTo>
                <a:lnTo>
                  <a:pt x="3953129" y="12700"/>
                </a:lnTo>
                <a:close/>
              </a:path>
              <a:path w="9051925" h="6343650">
                <a:moveTo>
                  <a:pt x="5247005" y="12700"/>
                </a:moveTo>
                <a:lnTo>
                  <a:pt x="3953129" y="12700"/>
                </a:lnTo>
                <a:lnTo>
                  <a:pt x="4600066" y="177800"/>
                </a:lnTo>
                <a:lnTo>
                  <a:pt x="5247005" y="12700"/>
                </a:lnTo>
                <a:close/>
              </a:path>
              <a:path w="9051925" h="6343650">
                <a:moveTo>
                  <a:pt x="6540881" y="12700"/>
                </a:moveTo>
                <a:lnTo>
                  <a:pt x="5247005" y="12700"/>
                </a:lnTo>
                <a:lnTo>
                  <a:pt x="5893942" y="177800"/>
                </a:lnTo>
                <a:lnTo>
                  <a:pt x="6540881" y="12700"/>
                </a:lnTo>
                <a:close/>
              </a:path>
              <a:path w="9051925" h="6343650">
                <a:moveTo>
                  <a:pt x="7834630" y="12700"/>
                </a:moveTo>
                <a:lnTo>
                  <a:pt x="6540881" y="12700"/>
                </a:lnTo>
                <a:lnTo>
                  <a:pt x="7187691" y="177800"/>
                </a:lnTo>
                <a:lnTo>
                  <a:pt x="7834630" y="12700"/>
                </a:lnTo>
                <a:close/>
              </a:path>
              <a:path w="9051925" h="6343650">
                <a:moveTo>
                  <a:pt x="9051671" y="12700"/>
                </a:moveTo>
                <a:lnTo>
                  <a:pt x="7834630" y="12700"/>
                </a:lnTo>
                <a:lnTo>
                  <a:pt x="8481567" y="177800"/>
                </a:lnTo>
                <a:lnTo>
                  <a:pt x="9051671" y="25400"/>
                </a:lnTo>
                <a:lnTo>
                  <a:pt x="9051671" y="12700"/>
                </a:lnTo>
                <a:close/>
              </a:path>
              <a:path w="9051925" h="6343650">
                <a:moveTo>
                  <a:pt x="9051671" y="0"/>
                </a:moveTo>
                <a:lnTo>
                  <a:pt x="2326512" y="0"/>
                </a:lnTo>
                <a:lnTo>
                  <a:pt x="2289816" y="25400"/>
                </a:lnTo>
                <a:lnTo>
                  <a:pt x="2253338" y="63500"/>
                </a:lnTo>
                <a:lnTo>
                  <a:pt x="2181066" y="114300"/>
                </a:lnTo>
                <a:lnTo>
                  <a:pt x="2145284" y="152400"/>
                </a:lnTo>
                <a:lnTo>
                  <a:pt x="2659380" y="12700"/>
                </a:lnTo>
                <a:lnTo>
                  <a:pt x="9051671" y="12700"/>
                </a:lnTo>
                <a:lnTo>
                  <a:pt x="9051671" y="0"/>
                </a:lnTo>
                <a:close/>
              </a:path>
              <a:path w="9051925" h="6343650">
                <a:moveTo>
                  <a:pt x="1365504" y="6217043"/>
                </a:moveTo>
                <a:lnTo>
                  <a:pt x="894080" y="6343383"/>
                </a:lnTo>
                <a:lnTo>
                  <a:pt x="992758" y="6343383"/>
                </a:lnTo>
                <a:lnTo>
                  <a:pt x="1365504" y="6243497"/>
                </a:lnTo>
                <a:lnTo>
                  <a:pt x="1464241" y="6243497"/>
                </a:lnTo>
                <a:lnTo>
                  <a:pt x="1365504" y="6217043"/>
                </a:lnTo>
                <a:close/>
              </a:path>
              <a:path w="9051925" h="6343650">
                <a:moveTo>
                  <a:pt x="1464241" y="6243497"/>
                </a:moveTo>
                <a:lnTo>
                  <a:pt x="1365504" y="6243497"/>
                </a:lnTo>
                <a:lnTo>
                  <a:pt x="1738248" y="6343383"/>
                </a:lnTo>
                <a:lnTo>
                  <a:pt x="1837055" y="6343383"/>
                </a:lnTo>
                <a:lnTo>
                  <a:pt x="1464241" y="6243497"/>
                </a:lnTo>
                <a:close/>
              </a:path>
              <a:path w="9051925" h="6343650">
                <a:moveTo>
                  <a:pt x="379693" y="4163440"/>
                </a:moveTo>
                <a:lnTo>
                  <a:pt x="71627" y="4163440"/>
                </a:lnTo>
                <a:lnTo>
                  <a:pt x="718566" y="4336669"/>
                </a:lnTo>
                <a:lnTo>
                  <a:pt x="1026383" y="4254245"/>
                </a:lnTo>
                <a:lnTo>
                  <a:pt x="718566" y="4254245"/>
                </a:lnTo>
                <a:lnTo>
                  <a:pt x="379693" y="4163440"/>
                </a:lnTo>
                <a:close/>
              </a:path>
              <a:path w="9051925" h="6343650">
                <a:moveTo>
                  <a:pt x="1673569" y="4163440"/>
                </a:moveTo>
                <a:lnTo>
                  <a:pt x="1365504" y="4163440"/>
                </a:lnTo>
                <a:lnTo>
                  <a:pt x="2012442" y="4336669"/>
                </a:lnTo>
                <a:lnTo>
                  <a:pt x="2231262" y="4277995"/>
                </a:lnTo>
                <a:lnTo>
                  <a:pt x="2233999" y="4256585"/>
                </a:lnTo>
                <a:lnTo>
                  <a:pt x="2234313" y="4254245"/>
                </a:lnTo>
                <a:lnTo>
                  <a:pt x="2012442" y="4254245"/>
                </a:lnTo>
                <a:lnTo>
                  <a:pt x="1673569" y="4163440"/>
                </a:lnTo>
                <a:close/>
              </a:path>
              <a:path w="9051925" h="6343650">
                <a:moveTo>
                  <a:pt x="1365504" y="4080890"/>
                </a:moveTo>
                <a:lnTo>
                  <a:pt x="718566" y="4254245"/>
                </a:lnTo>
                <a:lnTo>
                  <a:pt x="1026383" y="4254245"/>
                </a:lnTo>
                <a:lnTo>
                  <a:pt x="1365504" y="4163440"/>
                </a:lnTo>
                <a:lnTo>
                  <a:pt x="1673569" y="4163440"/>
                </a:lnTo>
                <a:lnTo>
                  <a:pt x="1365504" y="4080890"/>
                </a:lnTo>
                <a:close/>
              </a:path>
              <a:path w="9051925" h="6343650">
                <a:moveTo>
                  <a:pt x="2242947" y="4192524"/>
                </a:moveTo>
                <a:lnTo>
                  <a:pt x="2012442" y="4254245"/>
                </a:lnTo>
                <a:lnTo>
                  <a:pt x="2234313" y="4254245"/>
                </a:lnTo>
                <a:lnTo>
                  <a:pt x="2236866" y="4235211"/>
                </a:lnTo>
                <a:lnTo>
                  <a:pt x="2239853" y="4213861"/>
                </a:lnTo>
                <a:lnTo>
                  <a:pt x="2242947" y="4192524"/>
                </a:lnTo>
                <a:close/>
              </a:path>
              <a:path w="9051925" h="6343650">
                <a:moveTo>
                  <a:pt x="71627" y="4080890"/>
                </a:moveTo>
                <a:lnTo>
                  <a:pt x="33498" y="4111710"/>
                </a:lnTo>
                <a:lnTo>
                  <a:pt x="29152" y="4154140"/>
                </a:lnTo>
                <a:lnTo>
                  <a:pt x="27050" y="4175379"/>
                </a:lnTo>
                <a:lnTo>
                  <a:pt x="71627" y="4163440"/>
                </a:lnTo>
                <a:lnTo>
                  <a:pt x="379693" y="4163440"/>
                </a:lnTo>
                <a:lnTo>
                  <a:pt x="71627" y="4080890"/>
                </a:lnTo>
                <a:close/>
              </a:path>
              <a:path w="9051925" h="6343650">
                <a:moveTo>
                  <a:pt x="353152" y="4423409"/>
                </a:moveTo>
                <a:lnTo>
                  <a:pt x="71627" y="4423409"/>
                </a:lnTo>
                <a:lnTo>
                  <a:pt x="718566" y="4596764"/>
                </a:lnTo>
                <a:lnTo>
                  <a:pt x="1000090" y="4521327"/>
                </a:lnTo>
                <a:lnTo>
                  <a:pt x="718566" y="4521327"/>
                </a:lnTo>
                <a:lnTo>
                  <a:pt x="353152" y="4423409"/>
                </a:lnTo>
                <a:close/>
              </a:path>
              <a:path w="9051925" h="6343650">
                <a:moveTo>
                  <a:pt x="1647028" y="4423409"/>
                </a:moveTo>
                <a:lnTo>
                  <a:pt x="1365504" y="4423409"/>
                </a:lnTo>
                <a:lnTo>
                  <a:pt x="2012442" y="4596764"/>
                </a:lnTo>
                <a:lnTo>
                  <a:pt x="2207641" y="4544440"/>
                </a:lnTo>
                <a:lnTo>
                  <a:pt x="2208736" y="4525202"/>
                </a:lnTo>
                <a:lnTo>
                  <a:pt x="2208976" y="4521327"/>
                </a:lnTo>
                <a:lnTo>
                  <a:pt x="2012442" y="4521327"/>
                </a:lnTo>
                <a:lnTo>
                  <a:pt x="1647028" y="4423409"/>
                </a:lnTo>
                <a:close/>
              </a:path>
              <a:path w="9051925" h="6343650">
                <a:moveTo>
                  <a:pt x="1365504" y="4347971"/>
                </a:moveTo>
                <a:lnTo>
                  <a:pt x="718566" y="4521327"/>
                </a:lnTo>
                <a:lnTo>
                  <a:pt x="1000090" y="4521327"/>
                </a:lnTo>
                <a:lnTo>
                  <a:pt x="1365504" y="4423409"/>
                </a:lnTo>
                <a:lnTo>
                  <a:pt x="1647028" y="4423409"/>
                </a:lnTo>
                <a:lnTo>
                  <a:pt x="1365504" y="4347971"/>
                </a:lnTo>
                <a:close/>
              </a:path>
              <a:path w="9051925" h="6343650">
                <a:moveTo>
                  <a:pt x="2212594" y="4467606"/>
                </a:moveTo>
                <a:lnTo>
                  <a:pt x="2012442" y="4521327"/>
                </a:lnTo>
                <a:lnTo>
                  <a:pt x="2208976" y="4521327"/>
                </a:lnTo>
                <a:lnTo>
                  <a:pt x="2209927" y="4505975"/>
                </a:lnTo>
                <a:lnTo>
                  <a:pt x="2211212" y="4486773"/>
                </a:lnTo>
                <a:lnTo>
                  <a:pt x="2212594" y="4467606"/>
                </a:lnTo>
                <a:close/>
              </a:path>
              <a:path w="9051925" h="6343650">
                <a:moveTo>
                  <a:pt x="71627" y="4347971"/>
                </a:moveTo>
                <a:lnTo>
                  <a:pt x="12064" y="4363974"/>
                </a:lnTo>
                <a:lnTo>
                  <a:pt x="9699" y="4402216"/>
                </a:lnTo>
                <a:lnTo>
                  <a:pt x="7619" y="4440555"/>
                </a:lnTo>
                <a:lnTo>
                  <a:pt x="71627" y="4423409"/>
                </a:lnTo>
                <a:lnTo>
                  <a:pt x="353152" y="4423409"/>
                </a:lnTo>
                <a:lnTo>
                  <a:pt x="71627" y="4347971"/>
                </a:lnTo>
                <a:close/>
              </a:path>
              <a:path w="9051925" h="6343650">
                <a:moveTo>
                  <a:pt x="121539" y="5963386"/>
                </a:moveTo>
                <a:lnTo>
                  <a:pt x="123370" y="5972263"/>
                </a:lnTo>
                <a:lnTo>
                  <a:pt x="127128" y="5989982"/>
                </a:lnTo>
                <a:lnTo>
                  <a:pt x="129031" y="5998845"/>
                </a:lnTo>
                <a:lnTo>
                  <a:pt x="718566" y="6156820"/>
                </a:lnTo>
                <a:lnTo>
                  <a:pt x="843422" y="6123368"/>
                </a:lnTo>
                <a:lnTo>
                  <a:pt x="718566" y="6123368"/>
                </a:lnTo>
                <a:lnTo>
                  <a:pt x="121539" y="5963386"/>
                </a:lnTo>
                <a:close/>
              </a:path>
              <a:path w="9051925" h="6343650">
                <a:moveTo>
                  <a:pt x="1490360" y="5983490"/>
                </a:moveTo>
                <a:lnTo>
                  <a:pt x="1365504" y="5983490"/>
                </a:lnTo>
                <a:lnTo>
                  <a:pt x="2012442" y="6156820"/>
                </a:lnTo>
                <a:lnTo>
                  <a:pt x="2137302" y="6123368"/>
                </a:lnTo>
                <a:lnTo>
                  <a:pt x="2012442" y="6123368"/>
                </a:lnTo>
                <a:lnTo>
                  <a:pt x="1490360" y="5983490"/>
                </a:lnTo>
                <a:close/>
              </a:path>
              <a:path w="9051925" h="6343650">
                <a:moveTo>
                  <a:pt x="1365504" y="5950038"/>
                </a:moveTo>
                <a:lnTo>
                  <a:pt x="718566" y="6123368"/>
                </a:lnTo>
                <a:lnTo>
                  <a:pt x="843422" y="6123368"/>
                </a:lnTo>
                <a:lnTo>
                  <a:pt x="1365504" y="5983490"/>
                </a:lnTo>
                <a:lnTo>
                  <a:pt x="1490360" y="5983490"/>
                </a:lnTo>
                <a:lnTo>
                  <a:pt x="1365504" y="5950038"/>
                </a:lnTo>
                <a:close/>
              </a:path>
              <a:path w="9051925" h="6343650">
                <a:moveTo>
                  <a:pt x="2415921" y="6015266"/>
                </a:moveTo>
                <a:lnTo>
                  <a:pt x="2012442" y="6123368"/>
                </a:lnTo>
                <a:lnTo>
                  <a:pt x="2137302" y="6123368"/>
                </a:lnTo>
                <a:lnTo>
                  <a:pt x="2426843" y="6045796"/>
                </a:lnTo>
                <a:lnTo>
                  <a:pt x="2421334" y="6030541"/>
                </a:lnTo>
                <a:lnTo>
                  <a:pt x="2418609" y="6022908"/>
                </a:lnTo>
                <a:lnTo>
                  <a:pt x="2415921" y="6015266"/>
                </a:lnTo>
                <a:close/>
              </a:path>
              <a:path w="9051925" h="6343650">
                <a:moveTo>
                  <a:pt x="274951" y="5203444"/>
                </a:moveTo>
                <a:lnTo>
                  <a:pt x="71627" y="5203444"/>
                </a:lnTo>
                <a:lnTo>
                  <a:pt x="718566" y="5376798"/>
                </a:lnTo>
                <a:lnTo>
                  <a:pt x="921889" y="5322316"/>
                </a:lnTo>
                <a:lnTo>
                  <a:pt x="718566" y="5322316"/>
                </a:lnTo>
                <a:lnTo>
                  <a:pt x="274951" y="5203444"/>
                </a:lnTo>
                <a:close/>
              </a:path>
              <a:path w="9051925" h="6343650">
                <a:moveTo>
                  <a:pt x="1568827" y="5203444"/>
                </a:moveTo>
                <a:lnTo>
                  <a:pt x="1365504" y="5203444"/>
                </a:lnTo>
                <a:lnTo>
                  <a:pt x="2012442" y="5376798"/>
                </a:lnTo>
                <a:lnTo>
                  <a:pt x="2215718" y="5322316"/>
                </a:lnTo>
                <a:lnTo>
                  <a:pt x="2012442" y="5322316"/>
                </a:lnTo>
                <a:lnTo>
                  <a:pt x="1568827" y="5203444"/>
                </a:lnTo>
                <a:close/>
              </a:path>
              <a:path w="9051925" h="6343650">
                <a:moveTo>
                  <a:pt x="1365504" y="5148960"/>
                </a:moveTo>
                <a:lnTo>
                  <a:pt x="718566" y="5322316"/>
                </a:lnTo>
                <a:lnTo>
                  <a:pt x="921889" y="5322316"/>
                </a:lnTo>
                <a:lnTo>
                  <a:pt x="1365504" y="5203444"/>
                </a:lnTo>
                <a:lnTo>
                  <a:pt x="1568827" y="5203444"/>
                </a:lnTo>
                <a:lnTo>
                  <a:pt x="1365504" y="5148960"/>
                </a:lnTo>
                <a:close/>
              </a:path>
              <a:path w="9051925" h="6343650">
                <a:moveTo>
                  <a:pt x="2235835" y="5262498"/>
                </a:moveTo>
                <a:lnTo>
                  <a:pt x="2012442" y="5322316"/>
                </a:lnTo>
                <a:lnTo>
                  <a:pt x="2215718" y="5322316"/>
                </a:lnTo>
                <a:lnTo>
                  <a:pt x="2243201" y="5314949"/>
                </a:lnTo>
                <a:lnTo>
                  <a:pt x="2241299" y="5301878"/>
                </a:lnTo>
                <a:lnTo>
                  <a:pt x="2239422" y="5288772"/>
                </a:lnTo>
                <a:lnTo>
                  <a:pt x="2237593" y="5275641"/>
                </a:lnTo>
                <a:lnTo>
                  <a:pt x="2235835" y="5262498"/>
                </a:lnTo>
                <a:close/>
              </a:path>
              <a:path w="9051925" h="6343650">
                <a:moveTo>
                  <a:pt x="71627" y="5148960"/>
                </a:moveTo>
                <a:lnTo>
                  <a:pt x="13462" y="5164582"/>
                </a:lnTo>
                <a:lnTo>
                  <a:pt x="14454" y="5177917"/>
                </a:lnTo>
                <a:lnTo>
                  <a:pt x="16444" y="5203444"/>
                </a:lnTo>
                <a:lnTo>
                  <a:pt x="17525" y="5217921"/>
                </a:lnTo>
                <a:lnTo>
                  <a:pt x="71627" y="5203444"/>
                </a:lnTo>
                <a:lnTo>
                  <a:pt x="274951" y="5203444"/>
                </a:lnTo>
                <a:lnTo>
                  <a:pt x="71627" y="5148960"/>
                </a:lnTo>
                <a:close/>
              </a:path>
              <a:path w="9051925" h="6343650">
                <a:moveTo>
                  <a:pt x="327085" y="4683379"/>
                </a:moveTo>
                <a:lnTo>
                  <a:pt x="71627" y="4683379"/>
                </a:lnTo>
                <a:lnTo>
                  <a:pt x="718566" y="4856733"/>
                </a:lnTo>
                <a:lnTo>
                  <a:pt x="974023" y="4788281"/>
                </a:lnTo>
                <a:lnTo>
                  <a:pt x="718566" y="4788281"/>
                </a:lnTo>
                <a:lnTo>
                  <a:pt x="327085" y="4683379"/>
                </a:lnTo>
                <a:close/>
              </a:path>
              <a:path w="9051925" h="6343650">
                <a:moveTo>
                  <a:pt x="1620961" y="4683379"/>
                </a:moveTo>
                <a:lnTo>
                  <a:pt x="1365504" y="4683379"/>
                </a:lnTo>
                <a:lnTo>
                  <a:pt x="2012442" y="4856733"/>
                </a:lnTo>
                <a:lnTo>
                  <a:pt x="2202307" y="4805807"/>
                </a:lnTo>
                <a:lnTo>
                  <a:pt x="2202140" y="4792735"/>
                </a:lnTo>
                <a:lnTo>
                  <a:pt x="2202099" y="4788281"/>
                </a:lnTo>
                <a:lnTo>
                  <a:pt x="2012442" y="4788281"/>
                </a:lnTo>
                <a:lnTo>
                  <a:pt x="1620961" y="4683379"/>
                </a:lnTo>
                <a:close/>
              </a:path>
              <a:path w="9051925" h="6343650">
                <a:moveTo>
                  <a:pt x="1365504" y="4614926"/>
                </a:moveTo>
                <a:lnTo>
                  <a:pt x="718566" y="4788281"/>
                </a:lnTo>
                <a:lnTo>
                  <a:pt x="974023" y="4788281"/>
                </a:lnTo>
                <a:lnTo>
                  <a:pt x="1365504" y="4683379"/>
                </a:lnTo>
                <a:lnTo>
                  <a:pt x="1620961" y="4683379"/>
                </a:lnTo>
                <a:lnTo>
                  <a:pt x="1365504" y="4614926"/>
                </a:lnTo>
                <a:close/>
              </a:path>
              <a:path w="9051925" h="6343650">
                <a:moveTo>
                  <a:pt x="2202180" y="4737481"/>
                </a:moveTo>
                <a:lnTo>
                  <a:pt x="2012442" y="4788281"/>
                </a:lnTo>
                <a:lnTo>
                  <a:pt x="2202099" y="4788281"/>
                </a:lnTo>
                <a:lnTo>
                  <a:pt x="2202021" y="4779629"/>
                </a:lnTo>
                <a:lnTo>
                  <a:pt x="2201926" y="4748021"/>
                </a:lnTo>
                <a:lnTo>
                  <a:pt x="2202180" y="4742814"/>
                </a:lnTo>
                <a:lnTo>
                  <a:pt x="2202180" y="4737481"/>
                </a:lnTo>
                <a:close/>
              </a:path>
              <a:path w="9051925" h="6343650">
                <a:moveTo>
                  <a:pt x="71627" y="4614926"/>
                </a:moveTo>
                <a:lnTo>
                  <a:pt x="888" y="4633976"/>
                </a:lnTo>
                <a:lnTo>
                  <a:pt x="349" y="4668281"/>
                </a:lnTo>
                <a:lnTo>
                  <a:pt x="164" y="4683379"/>
                </a:lnTo>
                <a:lnTo>
                  <a:pt x="0" y="4702683"/>
                </a:lnTo>
                <a:lnTo>
                  <a:pt x="71627" y="4683379"/>
                </a:lnTo>
                <a:lnTo>
                  <a:pt x="327085" y="4683379"/>
                </a:lnTo>
                <a:lnTo>
                  <a:pt x="71627" y="4614926"/>
                </a:lnTo>
                <a:close/>
              </a:path>
              <a:path w="9051925" h="6343650">
                <a:moveTo>
                  <a:pt x="72007" y="5683135"/>
                </a:moveTo>
                <a:lnTo>
                  <a:pt x="71246" y="5683135"/>
                </a:lnTo>
                <a:lnTo>
                  <a:pt x="72905" y="5693647"/>
                </a:lnTo>
                <a:lnTo>
                  <a:pt x="76319" y="5714655"/>
                </a:lnTo>
                <a:lnTo>
                  <a:pt x="77977" y="5725159"/>
                </a:lnTo>
                <a:lnTo>
                  <a:pt x="718566" y="5896813"/>
                </a:lnTo>
                <a:lnTo>
                  <a:pt x="869518" y="5856363"/>
                </a:lnTo>
                <a:lnTo>
                  <a:pt x="718566" y="5856363"/>
                </a:lnTo>
                <a:lnTo>
                  <a:pt x="72007" y="5683135"/>
                </a:lnTo>
                <a:close/>
              </a:path>
              <a:path w="9051925" h="6343650">
                <a:moveTo>
                  <a:pt x="1516383" y="5723458"/>
                </a:moveTo>
                <a:lnTo>
                  <a:pt x="1365504" y="5723458"/>
                </a:lnTo>
                <a:lnTo>
                  <a:pt x="2012442" y="5896813"/>
                </a:lnTo>
                <a:lnTo>
                  <a:pt x="2163345" y="5856363"/>
                </a:lnTo>
                <a:lnTo>
                  <a:pt x="2012442" y="5856363"/>
                </a:lnTo>
                <a:lnTo>
                  <a:pt x="1516383" y="5723458"/>
                </a:lnTo>
                <a:close/>
              </a:path>
              <a:path w="9051925" h="6343650">
                <a:moveTo>
                  <a:pt x="1365883" y="5683135"/>
                </a:moveTo>
                <a:lnTo>
                  <a:pt x="1365124" y="5683135"/>
                </a:lnTo>
                <a:lnTo>
                  <a:pt x="718566" y="5856363"/>
                </a:lnTo>
                <a:lnTo>
                  <a:pt x="869518" y="5856363"/>
                </a:lnTo>
                <a:lnTo>
                  <a:pt x="1365504" y="5723458"/>
                </a:lnTo>
                <a:lnTo>
                  <a:pt x="1516383" y="5723458"/>
                </a:lnTo>
                <a:lnTo>
                  <a:pt x="1365883" y="5683135"/>
                </a:lnTo>
                <a:close/>
              </a:path>
              <a:path w="9051925" h="6343650">
                <a:moveTo>
                  <a:pt x="2338959" y="5768873"/>
                </a:moveTo>
                <a:lnTo>
                  <a:pt x="2012442" y="5856363"/>
                </a:lnTo>
                <a:lnTo>
                  <a:pt x="2163345" y="5856363"/>
                </a:lnTo>
                <a:lnTo>
                  <a:pt x="2349499" y="5806465"/>
                </a:lnTo>
                <a:lnTo>
                  <a:pt x="2344181" y="5787697"/>
                </a:lnTo>
                <a:lnTo>
                  <a:pt x="2341552" y="5778294"/>
                </a:lnTo>
                <a:lnTo>
                  <a:pt x="2338959" y="5768873"/>
                </a:lnTo>
                <a:close/>
              </a:path>
              <a:path w="9051925" h="6343650">
                <a:moveTo>
                  <a:pt x="248462" y="5463412"/>
                </a:moveTo>
                <a:lnTo>
                  <a:pt x="71627" y="5463412"/>
                </a:lnTo>
                <a:lnTo>
                  <a:pt x="718566" y="5636793"/>
                </a:lnTo>
                <a:lnTo>
                  <a:pt x="895606" y="5589346"/>
                </a:lnTo>
                <a:lnTo>
                  <a:pt x="718566" y="5589346"/>
                </a:lnTo>
                <a:lnTo>
                  <a:pt x="248462" y="5463412"/>
                </a:lnTo>
                <a:close/>
              </a:path>
              <a:path w="9051925" h="6343650">
                <a:moveTo>
                  <a:pt x="1542338" y="5463412"/>
                </a:moveTo>
                <a:lnTo>
                  <a:pt x="1365504" y="5463412"/>
                </a:lnTo>
                <a:lnTo>
                  <a:pt x="2012442" y="5636793"/>
                </a:lnTo>
                <a:lnTo>
                  <a:pt x="2189452" y="5589346"/>
                </a:lnTo>
                <a:lnTo>
                  <a:pt x="2012442" y="5589346"/>
                </a:lnTo>
                <a:lnTo>
                  <a:pt x="1542338" y="5463412"/>
                </a:lnTo>
                <a:close/>
              </a:path>
              <a:path w="9051925" h="6343650">
                <a:moveTo>
                  <a:pt x="1365504" y="5416042"/>
                </a:moveTo>
                <a:lnTo>
                  <a:pt x="718566" y="5589346"/>
                </a:lnTo>
                <a:lnTo>
                  <a:pt x="895606" y="5589346"/>
                </a:lnTo>
                <a:lnTo>
                  <a:pt x="1365504" y="5463412"/>
                </a:lnTo>
                <a:lnTo>
                  <a:pt x="1542338" y="5463412"/>
                </a:lnTo>
                <a:lnTo>
                  <a:pt x="1365504" y="5416042"/>
                </a:lnTo>
                <a:close/>
              </a:path>
              <a:path w="9051925" h="6343650">
                <a:moveTo>
                  <a:pt x="2278887" y="5518022"/>
                </a:moveTo>
                <a:lnTo>
                  <a:pt x="2012442" y="5589346"/>
                </a:lnTo>
                <a:lnTo>
                  <a:pt x="2189452" y="5589346"/>
                </a:lnTo>
                <a:lnTo>
                  <a:pt x="2288285" y="5562854"/>
                </a:lnTo>
                <a:lnTo>
                  <a:pt x="2283539" y="5540438"/>
                </a:lnTo>
                <a:lnTo>
                  <a:pt x="2281195" y="5529242"/>
                </a:lnTo>
                <a:lnTo>
                  <a:pt x="2278887" y="5518022"/>
                </a:lnTo>
                <a:close/>
              </a:path>
              <a:path w="9051925" h="6343650">
                <a:moveTo>
                  <a:pt x="71627" y="5416042"/>
                </a:moveTo>
                <a:lnTo>
                  <a:pt x="37083" y="5425312"/>
                </a:lnTo>
                <a:lnTo>
                  <a:pt x="39576" y="5448363"/>
                </a:lnTo>
                <a:lnTo>
                  <a:pt x="40852" y="5459888"/>
                </a:lnTo>
                <a:lnTo>
                  <a:pt x="42163" y="5471413"/>
                </a:lnTo>
                <a:lnTo>
                  <a:pt x="71627" y="5463412"/>
                </a:lnTo>
                <a:lnTo>
                  <a:pt x="248462" y="5463412"/>
                </a:lnTo>
                <a:lnTo>
                  <a:pt x="71627" y="5416042"/>
                </a:lnTo>
                <a:close/>
              </a:path>
              <a:path w="9051925" h="6343650">
                <a:moveTo>
                  <a:pt x="2509901" y="6257112"/>
                </a:moveTo>
                <a:lnTo>
                  <a:pt x="2187829" y="6343383"/>
                </a:lnTo>
                <a:lnTo>
                  <a:pt x="2286508" y="6343383"/>
                </a:lnTo>
                <a:lnTo>
                  <a:pt x="2520187" y="6280797"/>
                </a:lnTo>
                <a:lnTo>
                  <a:pt x="2512419" y="6263041"/>
                </a:lnTo>
                <a:lnTo>
                  <a:pt x="2509901" y="6257112"/>
                </a:lnTo>
                <a:close/>
              </a:path>
            </a:pathLst>
          </a:custGeom>
          <a:solidFill>
            <a:srgbClr val="0028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15937" y="512826"/>
            <a:ext cx="1274445" cy="508634"/>
          </a:xfrm>
          <a:custGeom>
            <a:avLst/>
            <a:gdLst/>
            <a:ahLst/>
            <a:cxnLst/>
            <a:rect l="l" t="t" r="r" b="b"/>
            <a:pathLst>
              <a:path w="1274445" h="508634">
                <a:moveTo>
                  <a:pt x="83007" y="166243"/>
                </a:moveTo>
                <a:lnTo>
                  <a:pt x="1511" y="166243"/>
                </a:lnTo>
                <a:lnTo>
                  <a:pt x="0" y="167766"/>
                </a:lnTo>
                <a:lnTo>
                  <a:pt x="0" y="502538"/>
                </a:lnTo>
                <a:lnTo>
                  <a:pt x="1511" y="504063"/>
                </a:lnTo>
                <a:lnTo>
                  <a:pt x="66052" y="504063"/>
                </a:lnTo>
                <a:lnTo>
                  <a:pt x="67564" y="502538"/>
                </a:lnTo>
                <a:lnTo>
                  <a:pt x="67564" y="272034"/>
                </a:lnTo>
                <a:lnTo>
                  <a:pt x="138609" y="272034"/>
                </a:lnTo>
                <a:lnTo>
                  <a:pt x="85623" y="169037"/>
                </a:lnTo>
                <a:lnTo>
                  <a:pt x="84747" y="167386"/>
                </a:lnTo>
                <a:lnTo>
                  <a:pt x="83007" y="166243"/>
                </a:lnTo>
                <a:close/>
              </a:path>
              <a:path w="1274445" h="508634">
                <a:moveTo>
                  <a:pt x="355257" y="272034"/>
                </a:moveTo>
                <a:lnTo>
                  <a:pt x="287693" y="272034"/>
                </a:lnTo>
                <a:lnTo>
                  <a:pt x="287693" y="502538"/>
                </a:lnTo>
                <a:lnTo>
                  <a:pt x="289204" y="504063"/>
                </a:lnTo>
                <a:lnTo>
                  <a:pt x="353745" y="504063"/>
                </a:lnTo>
                <a:lnTo>
                  <a:pt x="355257" y="502538"/>
                </a:lnTo>
                <a:lnTo>
                  <a:pt x="355257" y="272034"/>
                </a:lnTo>
                <a:close/>
              </a:path>
              <a:path w="1274445" h="508634">
                <a:moveTo>
                  <a:pt x="138609" y="272034"/>
                </a:moveTo>
                <a:lnTo>
                  <a:pt x="67564" y="272034"/>
                </a:lnTo>
                <a:lnTo>
                  <a:pt x="158292" y="447801"/>
                </a:lnTo>
                <a:lnTo>
                  <a:pt x="196481" y="447801"/>
                </a:lnTo>
                <a:lnTo>
                  <a:pt x="248084" y="348361"/>
                </a:lnTo>
                <a:lnTo>
                  <a:pt x="177876" y="348361"/>
                </a:lnTo>
                <a:lnTo>
                  <a:pt x="138609" y="272034"/>
                </a:lnTo>
                <a:close/>
              </a:path>
              <a:path w="1274445" h="508634">
                <a:moveTo>
                  <a:pt x="353745" y="166243"/>
                </a:moveTo>
                <a:lnTo>
                  <a:pt x="273215" y="166243"/>
                </a:lnTo>
                <a:lnTo>
                  <a:pt x="271487" y="167386"/>
                </a:lnTo>
                <a:lnTo>
                  <a:pt x="270611" y="169037"/>
                </a:lnTo>
                <a:lnTo>
                  <a:pt x="177876" y="348361"/>
                </a:lnTo>
                <a:lnTo>
                  <a:pt x="248084" y="348361"/>
                </a:lnTo>
                <a:lnTo>
                  <a:pt x="287693" y="272034"/>
                </a:lnTo>
                <a:lnTo>
                  <a:pt x="355257" y="272034"/>
                </a:lnTo>
                <a:lnTo>
                  <a:pt x="355257" y="167766"/>
                </a:lnTo>
                <a:lnTo>
                  <a:pt x="353745" y="166243"/>
                </a:lnTo>
                <a:close/>
              </a:path>
              <a:path w="1274445" h="508634">
                <a:moveTo>
                  <a:pt x="1272857" y="166243"/>
                </a:moveTo>
                <a:lnTo>
                  <a:pt x="1123251" y="166243"/>
                </a:lnTo>
                <a:lnTo>
                  <a:pt x="1090745" y="172797"/>
                </a:lnTo>
                <a:lnTo>
                  <a:pt x="1064180" y="190674"/>
                </a:lnTo>
                <a:lnTo>
                  <a:pt x="1046259" y="217195"/>
                </a:lnTo>
                <a:lnTo>
                  <a:pt x="1039685" y="249682"/>
                </a:lnTo>
                <a:lnTo>
                  <a:pt x="1039685" y="420624"/>
                </a:lnTo>
                <a:lnTo>
                  <a:pt x="1046259" y="453110"/>
                </a:lnTo>
                <a:lnTo>
                  <a:pt x="1064180" y="479631"/>
                </a:lnTo>
                <a:lnTo>
                  <a:pt x="1090745" y="497508"/>
                </a:lnTo>
                <a:lnTo>
                  <a:pt x="1123251" y="504063"/>
                </a:lnTo>
                <a:lnTo>
                  <a:pt x="1272857" y="504063"/>
                </a:lnTo>
                <a:lnTo>
                  <a:pt x="1274381" y="502538"/>
                </a:lnTo>
                <a:lnTo>
                  <a:pt x="1274381" y="441960"/>
                </a:lnTo>
                <a:lnTo>
                  <a:pt x="1272857" y="440436"/>
                </a:lnTo>
                <a:lnTo>
                  <a:pt x="1114361" y="440436"/>
                </a:lnTo>
                <a:lnTo>
                  <a:pt x="1107249" y="433324"/>
                </a:lnTo>
                <a:lnTo>
                  <a:pt x="1107249" y="366013"/>
                </a:lnTo>
                <a:lnTo>
                  <a:pt x="1256855" y="366013"/>
                </a:lnTo>
                <a:lnTo>
                  <a:pt x="1258379" y="364489"/>
                </a:lnTo>
                <a:lnTo>
                  <a:pt x="1258379" y="303911"/>
                </a:lnTo>
                <a:lnTo>
                  <a:pt x="1256855" y="302387"/>
                </a:lnTo>
                <a:lnTo>
                  <a:pt x="1107249" y="302387"/>
                </a:lnTo>
                <a:lnTo>
                  <a:pt x="1107249" y="236982"/>
                </a:lnTo>
                <a:lnTo>
                  <a:pt x="1114361" y="229870"/>
                </a:lnTo>
                <a:lnTo>
                  <a:pt x="1272857" y="229870"/>
                </a:lnTo>
                <a:lnTo>
                  <a:pt x="1274381" y="228346"/>
                </a:lnTo>
                <a:lnTo>
                  <a:pt x="1274381" y="167766"/>
                </a:lnTo>
                <a:lnTo>
                  <a:pt x="1272857" y="166243"/>
                </a:lnTo>
                <a:close/>
              </a:path>
              <a:path w="1274445" h="508634">
                <a:moveTo>
                  <a:pt x="60083" y="27304"/>
                </a:moveTo>
                <a:lnTo>
                  <a:pt x="33248" y="27304"/>
                </a:lnTo>
                <a:lnTo>
                  <a:pt x="33248" y="120903"/>
                </a:lnTo>
                <a:lnTo>
                  <a:pt x="33807" y="121538"/>
                </a:lnTo>
                <a:lnTo>
                  <a:pt x="59512" y="121538"/>
                </a:lnTo>
                <a:lnTo>
                  <a:pt x="60083" y="120903"/>
                </a:lnTo>
                <a:lnTo>
                  <a:pt x="60083" y="27304"/>
                </a:lnTo>
                <a:close/>
              </a:path>
              <a:path w="1274445" h="508634">
                <a:moveTo>
                  <a:pt x="92748" y="2032"/>
                </a:moveTo>
                <a:lnTo>
                  <a:pt x="571" y="2032"/>
                </a:lnTo>
                <a:lnTo>
                  <a:pt x="0" y="2539"/>
                </a:lnTo>
                <a:lnTo>
                  <a:pt x="0" y="26670"/>
                </a:lnTo>
                <a:lnTo>
                  <a:pt x="571" y="27304"/>
                </a:lnTo>
                <a:lnTo>
                  <a:pt x="92748" y="27304"/>
                </a:lnTo>
                <a:lnTo>
                  <a:pt x="93319" y="26670"/>
                </a:lnTo>
                <a:lnTo>
                  <a:pt x="93319" y="2539"/>
                </a:lnTo>
                <a:lnTo>
                  <a:pt x="92748" y="2032"/>
                </a:lnTo>
                <a:close/>
              </a:path>
              <a:path w="1274445" h="508634">
                <a:moveTo>
                  <a:pt x="131876" y="2032"/>
                </a:moveTo>
                <a:lnTo>
                  <a:pt x="106172" y="2032"/>
                </a:lnTo>
                <a:lnTo>
                  <a:pt x="105600" y="2539"/>
                </a:lnTo>
                <a:lnTo>
                  <a:pt x="105600" y="120903"/>
                </a:lnTo>
                <a:lnTo>
                  <a:pt x="106172" y="121538"/>
                </a:lnTo>
                <a:lnTo>
                  <a:pt x="131876" y="121538"/>
                </a:lnTo>
                <a:lnTo>
                  <a:pt x="132435" y="120903"/>
                </a:lnTo>
                <a:lnTo>
                  <a:pt x="132435" y="74040"/>
                </a:lnTo>
                <a:lnTo>
                  <a:pt x="207238" y="74040"/>
                </a:lnTo>
                <a:lnTo>
                  <a:pt x="207238" y="48768"/>
                </a:lnTo>
                <a:lnTo>
                  <a:pt x="132435" y="48768"/>
                </a:lnTo>
                <a:lnTo>
                  <a:pt x="132435" y="2539"/>
                </a:lnTo>
                <a:lnTo>
                  <a:pt x="131876" y="2032"/>
                </a:lnTo>
                <a:close/>
              </a:path>
              <a:path w="1274445" h="508634">
                <a:moveTo>
                  <a:pt x="207238" y="74040"/>
                </a:moveTo>
                <a:lnTo>
                  <a:pt x="180403" y="74040"/>
                </a:lnTo>
                <a:lnTo>
                  <a:pt x="180403" y="120903"/>
                </a:lnTo>
                <a:lnTo>
                  <a:pt x="180962" y="121538"/>
                </a:lnTo>
                <a:lnTo>
                  <a:pt x="206667" y="121538"/>
                </a:lnTo>
                <a:lnTo>
                  <a:pt x="207238" y="120903"/>
                </a:lnTo>
                <a:lnTo>
                  <a:pt x="207238" y="74040"/>
                </a:lnTo>
                <a:close/>
              </a:path>
              <a:path w="1274445" h="508634">
                <a:moveTo>
                  <a:pt x="206667" y="2032"/>
                </a:moveTo>
                <a:lnTo>
                  <a:pt x="180962" y="2032"/>
                </a:lnTo>
                <a:lnTo>
                  <a:pt x="180403" y="2539"/>
                </a:lnTo>
                <a:lnTo>
                  <a:pt x="180403" y="48768"/>
                </a:lnTo>
                <a:lnTo>
                  <a:pt x="207238" y="48768"/>
                </a:lnTo>
                <a:lnTo>
                  <a:pt x="207238" y="2539"/>
                </a:lnTo>
                <a:lnTo>
                  <a:pt x="206667" y="2032"/>
                </a:lnTo>
                <a:close/>
              </a:path>
              <a:path w="1274445" h="508634">
                <a:moveTo>
                  <a:pt x="283921" y="0"/>
                </a:moveTo>
                <a:lnTo>
                  <a:pt x="258852" y="4697"/>
                </a:lnTo>
                <a:lnTo>
                  <a:pt x="238817" y="17668"/>
                </a:lnTo>
                <a:lnTo>
                  <a:pt x="225535" y="37236"/>
                </a:lnTo>
                <a:lnTo>
                  <a:pt x="220726" y="61722"/>
                </a:lnTo>
                <a:lnTo>
                  <a:pt x="225535" y="86227"/>
                </a:lnTo>
                <a:lnTo>
                  <a:pt x="238817" y="105838"/>
                </a:lnTo>
                <a:lnTo>
                  <a:pt x="258852" y="118854"/>
                </a:lnTo>
                <a:lnTo>
                  <a:pt x="283921" y="123571"/>
                </a:lnTo>
                <a:lnTo>
                  <a:pt x="308915" y="118854"/>
                </a:lnTo>
                <a:lnTo>
                  <a:pt x="328958" y="105838"/>
                </a:lnTo>
                <a:lnTo>
                  <a:pt x="334426" y="97789"/>
                </a:lnTo>
                <a:lnTo>
                  <a:pt x="283921" y="97789"/>
                </a:lnTo>
                <a:lnTo>
                  <a:pt x="269803" y="95047"/>
                </a:lnTo>
                <a:lnTo>
                  <a:pt x="258494" y="87471"/>
                </a:lnTo>
                <a:lnTo>
                  <a:pt x="250983" y="76037"/>
                </a:lnTo>
                <a:lnTo>
                  <a:pt x="248259" y="61722"/>
                </a:lnTo>
                <a:lnTo>
                  <a:pt x="250983" y="47426"/>
                </a:lnTo>
                <a:lnTo>
                  <a:pt x="258494" y="36036"/>
                </a:lnTo>
                <a:lnTo>
                  <a:pt x="269803" y="28503"/>
                </a:lnTo>
                <a:lnTo>
                  <a:pt x="283921" y="25781"/>
                </a:lnTo>
                <a:lnTo>
                  <a:pt x="334481" y="25781"/>
                </a:lnTo>
                <a:lnTo>
                  <a:pt x="328958" y="17668"/>
                </a:lnTo>
                <a:lnTo>
                  <a:pt x="308915" y="4697"/>
                </a:lnTo>
                <a:lnTo>
                  <a:pt x="283921" y="0"/>
                </a:lnTo>
                <a:close/>
              </a:path>
              <a:path w="1274445" h="508634">
                <a:moveTo>
                  <a:pt x="334481" y="25781"/>
                </a:moveTo>
                <a:lnTo>
                  <a:pt x="283921" y="25781"/>
                </a:lnTo>
                <a:lnTo>
                  <a:pt x="298039" y="28503"/>
                </a:lnTo>
                <a:lnTo>
                  <a:pt x="309348" y="36036"/>
                </a:lnTo>
                <a:lnTo>
                  <a:pt x="316859" y="47426"/>
                </a:lnTo>
                <a:lnTo>
                  <a:pt x="319582" y="61722"/>
                </a:lnTo>
                <a:lnTo>
                  <a:pt x="316859" y="76037"/>
                </a:lnTo>
                <a:lnTo>
                  <a:pt x="309348" y="87471"/>
                </a:lnTo>
                <a:lnTo>
                  <a:pt x="298039" y="95047"/>
                </a:lnTo>
                <a:lnTo>
                  <a:pt x="283921" y="97789"/>
                </a:lnTo>
                <a:lnTo>
                  <a:pt x="334426" y="97789"/>
                </a:lnTo>
                <a:lnTo>
                  <a:pt x="342282" y="86227"/>
                </a:lnTo>
                <a:lnTo>
                  <a:pt x="347116" y="61722"/>
                </a:lnTo>
                <a:lnTo>
                  <a:pt x="342282" y="37236"/>
                </a:lnTo>
                <a:lnTo>
                  <a:pt x="334481" y="25781"/>
                </a:lnTo>
                <a:close/>
              </a:path>
              <a:path w="1274445" h="508634">
                <a:moveTo>
                  <a:pt x="393090" y="2032"/>
                </a:moveTo>
                <a:lnTo>
                  <a:pt x="361010" y="2032"/>
                </a:lnTo>
                <a:lnTo>
                  <a:pt x="360438" y="2539"/>
                </a:lnTo>
                <a:lnTo>
                  <a:pt x="360438" y="120903"/>
                </a:lnTo>
                <a:lnTo>
                  <a:pt x="361010" y="121538"/>
                </a:lnTo>
                <a:lnTo>
                  <a:pt x="386702" y="121538"/>
                </a:lnTo>
                <a:lnTo>
                  <a:pt x="387273" y="120903"/>
                </a:lnTo>
                <a:lnTo>
                  <a:pt x="387273" y="44831"/>
                </a:lnTo>
                <a:lnTo>
                  <a:pt x="416522" y="44831"/>
                </a:lnTo>
                <a:lnTo>
                  <a:pt x="394398" y="3301"/>
                </a:lnTo>
                <a:lnTo>
                  <a:pt x="393953" y="2539"/>
                </a:lnTo>
                <a:lnTo>
                  <a:pt x="393090" y="2032"/>
                </a:lnTo>
                <a:close/>
              </a:path>
              <a:path w="1274445" h="508634">
                <a:moveTo>
                  <a:pt x="489597" y="44831"/>
                </a:moveTo>
                <a:lnTo>
                  <a:pt x="462762" y="44831"/>
                </a:lnTo>
                <a:lnTo>
                  <a:pt x="462762" y="120903"/>
                </a:lnTo>
                <a:lnTo>
                  <a:pt x="463321" y="121538"/>
                </a:lnTo>
                <a:lnTo>
                  <a:pt x="489026" y="121538"/>
                </a:lnTo>
                <a:lnTo>
                  <a:pt x="489597" y="120903"/>
                </a:lnTo>
                <a:lnTo>
                  <a:pt x="489597" y="44831"/>
                </a:lnTo>
                <a:close/>
              </a:path>
              <a:path w="1274445" h="508634">
                <a:moveTo>
                  <a:pt x="416522" y="44831"/>
                </a:moveTo>
                <a:lnTo>
                  <a:pt x="387273" y="44831"/>
                </a:lnTo>
                <a:lnTo>
                  <a:pt x="417398" y="101346"/>
                </a:lnTo>
                <a:lnTo>
                  <a:pt x="432638" y="101346"/>
                </a:lnTo>
                <a:lnTo>
                  <a:pt x="454097" y="61087"/>
                </a:lnTo>
                <a:lnTo>
                  <a:pt x="425183" y="61087"/>
                </a:lnTo>
                <a:lnTo>
                  <a:pt x="416522" y="44831"/>
                </a:lnTo>
                <a:close/>
              </a:path>
              <a:path w="1274445" h="508634">
                <a:moveTo>
                  <a:pt x="489026" y="2032"/>
                </a:moveTo>
                <a:lnTo>
                  <a:pt x="457453" y="2032"/>
                </a:lnTo>
                <a:lnTo>
                  <a:pt x="456590" y="2539"/>
                </a:lnTo>
                <a:lnTo>
                  <a:pt x="456158" y="3301"/>
                </a:lnTo>
                <a:lnTo>
                  <a:pt x="425183" y="61087"/>
                </a:lnTo>
                <a:lnTo>
                  <a:pt x="454097" y="61087"/>
                </a:lnTo>
                <a:lnTo>
                  <a:pt x="462762" y="44831"/>
                </a:lnTo>
                <a:lnTo>
                  <a:pt x="489597" y="44831"/>
                </a:lnTo>
                <a:lnTo>
                  <a:pt x="489597" y="2539"/>
                </a:lnTo>
                <a:lnTo>
                  <a:pt x="489026" y="2032"/>
                </a:lnTo>
                <a:close/>
              </a:path>
              <a:path w="1274445" h="508634">
                <a:moveTo>
                  <a:pt x="633326" y="84962"/>
                </a:moveTo>
                <a:lnTo>
                  <a:pt x="632333" y="84962"/>
                </a:lnTo>
                <a:lnTo>
                  <a:pt x="619493" y="103886"/>
                </a:lnTo>
                <a:lnTo>
                  <a:pt x="619125" y="104394"/>
                </a:lnTo>
                <a:lnTo>
                  <a:pt x="655904" y="122291"/>
                </a:lnTo>
                <a:lnTo>
                  <a:pt x="669582" y="123571"/>
                </a:lnTo>
                <a:lnTo>
                  <a:pt x="688213" y="120904"/>
                </a:lnTo>
                <a:lnTo>
                  <a:pt x="703213" y="113379"/>
                </a:lnTo>
                <a:lnTo>
                  <a:pt x="713214" y="101711"/>
                </a:lnTo>
                <a:lnTo>
                  <a:pt x="713700" y="99695"/>
                </a:lnTo>
                <a:lnTo>
                  <a:pt x="669404" y="99695"/>
                </a:lnTo>
                <a:lnTo>
                  <a:pt x="660055" y="98649"/>
                </a:lnTo>
                <a:lnTo>
                  <a:pt x="650636" y="95710"/>
                </a:lnTo>
                <a:lnTo>
                  <a:pt x="641690" y="91176"/>
                </a:lnTo>
                <a:lnTo>
                  <a:pt x="633755" y="85344"/>
                </a:lnTo>
                <a:lnTo>
                  <a:pt x="633326" y="84962"/>
                </a:lnTo>
                <a:close/>
              </a:path>
              <a:path w="1274445" h="508634">
                <a:moveTo>
                  <a:pt x="574763" y="2032"/>
                </a:moveTo>
                <a:lnTo>
                  <a:pt x="544474" y="2032"/>
                </a:lnTo>
                <a:lnTo>
                  <a:pt x="543534" y="2666"/>
                </a:lnTo>
                <a:lnTo>
                  <a:pt x="499579" y="119761"/>
                </a:lnTo>
                <a:lnTo>
                  <a:pt x="499217" y="120776"/>
                </a:lnTo>
                <a:lnTo>
                  <a:pt x="499349" y="120776"/>
                </a:lnTo>
                <a:lnTo>
                  <a:pt x="499872" y="121538"/>
                </a:lnTo>
                <a:lnTo>
                  <a:pt x="526961" y="121538"/>
                </a:lnTo>
                <a:lnTo>
                  <a:pt x="527913" y="120776"/>
                </a:lnTo>
                <a:lnTo>
                  <a:pt x="535114" y="100584"/>
                </a:lnTo>
                <a:lnTo>
                  <a:pt x="612595" y="100584"/>
                </a:lnTo>
                <a:lnTo>
                  <a:pt x="603352" y="76061"/>
                </a:lnTo>
                <a:lnTo>
                  <a:pt x="603261" y="75819"/>
                </a:lnTo>
                <a:lnTo>
                  <a:pt x="543775" y="75819"/>
                </a:lnTo>
                <a:lnTo>
                  <a:pt x="559358" y="31623"/>
                </a:lnTo>
                <a:lnTo>
                  <a:pt x="586602" y="31623"/>
                </a:lnTo>
                <a:lnTo>
                  <a:pt x="576167" y="3937"/>
                </a:lnTo>
                <a:lnTo>
                  <a:pt x="575703" y="2666"/>
                </a:lnTo>
                <a:lnTo>
                  <a:pt x="574763" y="2032"/>
                </a:lnTo>
                <a:close/>
              </a:path>
              <a:path w="1274445" h="508634">
                <a:moveTo>
                  <a:pt x="612595" y="100584"/>
                </a:moveTo>
                <a:lnTo>
                  <a:pt x="583590" y="100584"/>
                </a:lnTo>
                <a:lnTo>
                  <a:pt x="590804" y="120776"/>
                </a:lnTo>
                <a:lnTo>
                  <a:pt x="591756" y="121538"/>
                </a:lnTo>
                <a:lnTo>
                  <a:pt x="619531" y="121538"/>
                </a:lnTo>
                <a:lnTo>
                  <a:pt x="619966" y="120904"/>
                </a:lnTo>
                <a:lnTo>
                  <a:pt x="620053" y="120776"/>
                </a:lnTo>
                <a:lnTo>
                  <a:pt x="620186" y="120776"/>
                </a:lnTo>
                <a:lnTo>
                  <a:pt x="619823" y="119761"/>
                </a:lnTo>
                <a:lnTo>
                  <a:pt x="612595" y="100584"/>
                </a:lnTo>
                <a:close/>
              </a:path>
              <a:path w="1274445" h="508634">
                <a:moveTo>
                  <a:pt x="669582" y="0"/>
                </a:moveTo>
                <a:lnTo>
                  <a:pt x="650776" y="2538"/>
                </a:lnTo>
                <a:lnTo>
                  <a:pt x="636236" y="9731"/>
                </a:lnTo>
                <a:lnTo>
                  <a:pt x="626857" y="20949"/>
                </a:lnTo>
                <a:lnTo>
                  <a:pt x="623531" y="35560"/>
                </a:lnTo>
                <a:lnTo>
                  <a:pt x="626691" y="49657"/>
                </a:lnTo>
                <a:lnTo>
                  <a:pt x="635433" y="60420"/>
                </a:lnTo>
                <a:lnTo>
                  <a:pt x="648654" y="68278"/>
                </a:lnTo>
                <a:lnTo>
                  <a:pt x="665251" y="73660"/>
                </a:lnTo>
                <a:lnTo>
                  <a:pt x="674342" y="76061"/>
                </a:lnTo>
                <a:lnTo>
                  <a:pt x="682023" y="78866"/>
                </a:lnTo>
                <a:lnTo>
                  <a:pt x="687334" y="82625"/>
                </a:lnTo>
                <a:lnTo>
                  <a:pt x="689317" y="87884"/>
                </a:lnTo>
                <a:lnTo>
                  <a:pt x="689317" y="94996"/>
                </a:lnTo>
                <a:lnTo>
                  <a:pt x="680148" y="99695"/>
                </a:lnTo>
                <a:lnTo>
                  <a:pt x="713700" y="99695"/>
                </a:lnTo>
                <a:lnTo>
                  <a:pt x="698823" y="57864"/>
                </a:lnTo>
                <a:lnTo>
                  <a:pt x="664859" y="46241"/>
                </a:lnTo>
                <a:lnTo>
                  <a:pt x="657871" y="43449"/>
                </a:lnTo>
                <a:lnTo>
                  <a:pt x="652927" y="39633"/>
                </a:lnTo>
                <a:lnTo>
                  <a:pt x="651052" y="34544"/>
                </a:lnTo>
                <a:lnTo>
                  <a:pt x="651052" y="28321"/>
                </a:lnTo>
                <a:lnTo>
                  <a:pt x="658672" y="23875"/>
                </a:lnTo>
                <a:lnTo>
                  <a:pt x="706175" y="23875"/>
                </a:lnTo>
                <a:lnTo>
                  <a:pt x="711593" y="14986"/>
                </a:lnTo>
                <a:lnTo>
                  <a:pt x="682331" y="1039"/>
                </a:lnTo>
                <a:lnTo>
                  <a:pt x="669582" y="0"/>
                </a:lnTo>
                <a:close/>
              </a:path>
              <a:path w="1274445" h="508634">
                <a:moveTo>
                  <a:pt x="586602" y="31623"/>
                </a:moveTo>
                <a:lnTo>
                  <a:pt x="559358" y="31623"/>
                </a:lnTo>
                <a:lnTo>
                  <a:pt x="574941" y="75819"/>
                </a:lnTo>
                <a:lnTo>
                  <a:pt x="603261" y="75819"/>
                </a:lnTo>
                <a:lnTo>
                  <a:pt x="586602" y="31623"/>
                </a:lnTo>
                <a:close/>
              </a:path>
              <a:path w="1274445" h="508634">
                <a:moveTo>
                  <a:pt x="706175" y="23875"/>
                </a:moveTo>
                <a:lnTo>
                  <a:pt x="669404" y="23875"/>
                </a:lnTo>
                <a:lnTo>
                  <a:pt x="677429" y="24624"/>
                </a:lnTo>
                <a:lnTo>
                  <a:pt x="685198" y="26717"/>
                </a:lnTo>
                <a:lnTo>
                  <a:pt x="692283" y="29930"/>
                </a:lnTo>
                <a:lnTo>
                  <a:pt x="698258" y="34036"/>
                </a:lnTo>
                <a:lnTo>
                  <a:pt x="698855" y="34544"/>
                </a:lnTo>
                <a:lnTo>
                  <a:pt x="699731" y="34416"/>
                </a:lnTo>
                <a:lnTo>
                  <a:pt x="700138" y="33782"/>
                </a:lnTo>
                <a:lnTo>
                  <a:pt x="706175" y="23875"/>
                </a:lnTo>
                <a:close/>
              </a:path>
              <a:path w="1274445" h="508634">
                <a:moveTo>
                  <a:pt x="901001" y="166243"/>
                </a:moveTo>
                <a:lnTo>
                  <a:pt x="752144" y="166243"/>
                </a:lnTo>
                <a:lnTo>
                  <a:pt x="750633" y="167766"/>
                </a:lnTo>
                <a:lnTo>
                  <a:pt x="750633" y="502538"/>
                </a:lnTo>
                <a:lnTo>
                  <a:pt x="752144" y="504063"/>
                </a:lnTo>
                <a:lnTo>
                  <a:pt x="816673" y="504063"/>
                </a:lnTo>
                <a:lnTo>
                  <a:pt x="818197" y="502538"/>
                </a:lnTo>
                <a:lnTo>
                  <a:pt x="818197" y="393953"/>
                </a:lnTo>
                <a:lnTo>
                  <a:pt x="957718" y="393953"/>
                </a:lnTo>
                <a:lnTo>
                  <a:pt x="951166" y="383413"/>
                </a:lnTo>
                <a:lnTo>
                  <a:pt x="978237" y="365896"/>
                </a:lnTo>
                <a:lnTo>
                  <a:pt x="999236" y="341582"/>
                </a:lnTo>
                <a:lnTo>
                  <a:pt x="1004355" y="330326"/>
                </a:lnTo>
                <a:lnTo>
                  <a:pt x="818197" y="330326"/>
                </a:lnTo>
                <a:lnTo>
                  <a:pt x="818197" y="229870"/>
                </a:lnTo>
                <a:lnTo>
                  <a:pt x="1004238" y="229870"/>
                </a:lnTo>
                <a:lnTo>
                  <a:pt x="982344" y="198897"/>
                </a:lnTo>
                <a:lnTo>
                  <a:pt x="945518" y="174980"/>
                </a:lnTo>
                <a:lnTo>
                  <a:pt x="901001" y="166243"/>
                </a:lnTo>
                <a:close/>
              </a:path>
              <a:path w="1274445" h="508634">
                <a:moveTo>
                  <a:pt x="957718" y="393953"/>
                </a:moveTo>
                <a:lnTo>
                  <a:pt x="818197" y="393953"/>
                </a:lnTo>
                <a:lnTo>
                  <a:pt x="884237" y="394208"/>
                </a:lnTo>
                <a:lnTo>
                  <a:pt x="951039" y="501650"/>
                </a:lnTo>
                <a:lnTo>
                  <a:pt x="951928" y="503174"/>
                </a:lnTo>
                <a:lnTo>
                  <a:pt x="953579" y="504063"/>
                </a:lnTo>
                <a:lnTo>
                  <a:pt x="1022667" y="504063"/>
                </a:lnTo>
                <a:lnTo>
                  <a:pt x="1024318" y="501141"/>
                </a:lnTo>
                <a:lnTo>
                  <a:pt x="1022921" y="498856"/>
                </a:lnTo>
                <a:lnTo>
                  <a:pt x="957718" y="393953"/>
                </a:lnTo>
                <a:close/>
              </a:path>
              <a:path w="1274445" h="508634">
                <a:moveTo>
                  <a:pt x="1004238" y="229870"/>
                </a:moveTo>
                <a:lnTo>
                  <a:pt x="903414" y="229870"/>
                </a:lnTo>
                <a:lnTo>
                  <a:pt x="922932" y="233816"/>
                </a:lnTo>
                <a:lnTo>
                  <a:pt x="938879" y="244586"/>
                </a:lnTo>
                <a:lnTo>
                  <a:pt x="949634" y="260570"/>
                </a:lnTo>
                <a:lnTo>
                  <a:pt x="953579" y="280162"/>
                </a:lnTo>
                <a:lnTo>
                  <a:pt x="949634" y="299680"/>
                </a:lnTo>
                <a:lnTo>
                  <a:pt x="938879" y="315626"/>
                </a:lnTo>
                <a:lnTo>
                  <a:pt x="922932" y="326382"/>
                </a:lnTo>
                <a:lnTo>
                  <a:pt x="903414" y="330326"/>
                </a:lnTo>
                <a:lnTo>
                  <a:pt x="1004355" y="330326"/>
                </a:lnTo>
                <a:lnTo>
                  <a:pt x="1012709" y="311957"/>
                </a:lnTo>
                <a:lnTo>
                  <a:pt x="1017206" y="278511"/>
                </a:lnTo>
                <a:lnTo>
                  <a:pt x="1007550" y="234555"/>
                </a:lnTo>
                <a:lnTo>
                  <a:pt x="1004238" y="229870"/>
                </a:lnTo>
                <a:close/>
              </a:path>
              <a:path w="1274445" h="508634">
                <a:moveTo>
                  <a:pt x="552945" y="161798"/>
                </a:moveTo>
                <a:lnTo>
                  <a:pt x="506858" y="167989"/>
                </a:lnTo>
                <a:lnTo>
                  <a:pt x="465444" y="185462"/>
                </a:lnTo>
                <a:lnTo>
                  <a:pt x="430356" y="212566"/>
                </a:lnTo>
                <a:lnTo>
                  <a:pt x="403248" y="247650"/>
                </a:lnTo>
                <a:lnTo>
                  <a:pt x="385770" y="289062"/>
                </a:lnTo>
                <a:lnTo>
                  <a:pt x="379577" y="335152"/>
                </a:lnTo>
                <a:lnTo>
                  <a:pt x="379586" y="343408"/>
                </a:lnTo>
                <a:lnTo>
                  <a:pt x="380166" y="351409"/>
                </a:lnTo>
                <a:lnTo>
                  <a:pt x="381228" y="359028"/>
                </a:lnTo>
                <a:lnTo>
                  <a:pt x="445985" y="359028"/>
                </a:lnTo>
                <a:lnTo>
                  <a:pt x="444271" y="351409"/>
                </a:lnTo>
                <a:lnTo>
                  <a:pt x="443344" y="343408"/>
                </a:lnTo>
                <a:lnTo>
                  <a:pt x="443344" y="335152"/>
                </a:lnTo>
                <a:lnTo>
                  <a:pt x="451957" y="292524"/>
                </a:lnTo>
                <a:lnTo>
                  <a:pt x="475446" y="257682"/>
                </a:lnTo>
                <a:lnTo>
                  <a:pt x="510284" y="234176"/>
                </a:lnTo>
                <a:lnTo>
                  <a:pt x="552945" y="225551"/>
                </a:lnTo>
                <a:lnTo>
                  <a:pt x="685560" y="225551"/>
                </a:lnTo>
                <a:lnTo>
                  <a:pt x="675527" y="212566"/>
                </a:lnTo>
                <a:lnTo>
                  <a:pt x="640442" y="185462"/>
                </a:lnTo>
                <a:lnTo>
                  <a:pt x="599031" y="167989"/>
                </a:lnTo>
                <a:lnTo>
                  <a:pt x="552945" y="161798"/>
                </a:lnTo>
                <a:close/>
              </a:path>
              <a:path w="1274445" h="508634">
                <a:moveTo>
                  <a:pt x="685560" y="225551"/>
                </a:moveTo>
                <a:lnTo>
                  <a:pt x="552945" y="225551"/>
                </a:lnTo>
                <a:lnTo>
                  <a:pt x="595605" y="234176"/>
                </a:lnTo>
                <a:lnTo>
                  <a:pt x="630443" y="257682"/>
                </a:lnTo>
                <a:lnTo>
                  <a:pt x="653932" y="292524"/>
                </a:lnTo>
                <a:lnTo>
                  <a:pt x="662546" y="335152"/>
                </a:lnTo>
                <a:lnTo>
                  <a:pt x="662546" y="343408"/>
                </a:lnTo>
                <a:lnTo>
                  <a:pt x="661606" y="351409"/>
                </a:lnTo>
                <a:lnTo>
                  <a:pt x="659904" y="359028"/>
                </a:lnTo>
                <a:lnTo>
                  <a:pt x="724662" y="359028"/>
                </a:lnTo>
                <a:lnTo>
                  <a:pt x="725711" y="351409"/>
                </a:lnTo>
                <a:lnTo>
                  <a:pt x="726291" y="343408"/>
                </a:lnTo>
                <a:lnTo>
                  <a:pt x="726300" y="335152"/>
                </a:lnTo>
                <a:lnTo>
                  <a:pt x="720108" y="289062"/>
                </a:lnTo>
                <a:lnTo>
                  <a:pt x="702633" y="247650"/>
                </a:lnTo>
                <a:lnTo>
                  <a:pt x="685560" y="225551"/>
                </a:lnTo>
                <a:close/>
              </a:path>
              <a:path w="1274445" h="508634">
                <a:moveTo>
                  <a:pt x="710844" y="406781"/>
                </a:moveTo>
                <a:lnTo>
                  <a:pt x="395046" y="406781"/>
                </a:lnTo>
                <a:lnTo>
                  <a:pt x="421350" y="448018"/>
                </a:lnTo>
                <a:lnTo>
                  <a:pt x="457898" y="480171"/>
                </a:lnTo>
                <a:lnTo>
                  <a:pt x="502495" y="501060"/>
                </a:lnTo>
                <a:lnTo>
                  <a:pt x="552945" y="508508"/>
                </a:lnTo>
                <a:lnTo>
                  <a:pt x="603389" y="501060"/>
                </a:lnTo>
                <a:lnTo>
                  <a:pt x="647987" y="480171"/>
                </a:lnTo>
                <a:lnTo>
                  <a:pt x="684538" y="448018"/>
                </a:lnTo>
                <a:lnTo>
                  <a:pt x="710844" y="4067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3326" y="2834334"/>
            <a:ext cx="9471025" cy="1753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96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8305" y="6223"/>
            <a:ext cx="2890266" cy="684554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389115" y="74561"/>
            <a:ext cx="2597785" cy="6591300"/>
          </a:xfrm>
          <a:custGeom>
            <a:avLst/>
            <a:gdLst/>
            <a:ahLst/>
            <a:cxnLst/>
            <a:rect l="l" t="t" r="r" b="b"/>
            <a:pathLst>
              <a:path w="2597784" h="6591300">
                <a:moveTo>
                  <a:pt x="2597277" y="6311900"/>
                </a:moveTo>
                <a:lnTo>
                  <a:pt x="2224024" y="6311900"/>
                </a:lnTo>
                <a:lnTo>
                  <a:pt x="2224024" y="6451600"/>
                </a:lnTo>
                <a:lnTo>
                  <a:pt x="2366772" y="6451600"/>
                </a:lnTo>
                <a:lnTo>
                  <a:pt x="2366772" y="6591300"/>
                </a:lnTo>
                <a:lnTo>
                  <a:pt x="2597277" y="6591300"/>
                </a:lnTo>
                <a:lnTo>
                  <a:pt x="2597277" y="6311900"/>
                </a:lnTo>
                <a:close/>
              </a:path>
              <a:path w="2597784" h="6591300">
                <a:moveTo>
                  <a:pt x="2366772" y="5740400"/>
                </a:moveTo>
                <a:lnTo>
                  <a:pt x="2224024" y="5740400"/>
                </a:lnTo>
                <a:lnTo>
                  <a:pt x="2224024" y="5880100"/>
                </a:lnTo>
                <a:lnTo>
                  <a:pt x="2080894" y="5880100"/>
                </a:lnTo>
                <a:lnTo>
                  <a:pt x="2080894" y="6019800"/>
                </a:lnTo>
                <a:lnTo>
                  <a:pt x="1938147" y="6019800"/>
                </a:lnTo>
                <a:lnTo>
                  <a:pt x="1938147" y="6451600"/>
                </a:lnTo>
                <a:lnTo>
                  <a:pt x="2080894" y="6451600"/>
                </a:lnTo>
                <a:lnTo>
                  <a:pt x="2080894" y="6172200"/>
                </a:lnTo>
                <a:lnTo>
                  <a:pt x="2366772" y="6172200"/>
                </a:lnTo>
                <a:lnTo>
                  <a:pt x="2366772" y="5740400"/>
                </a:lnTo>
                <a:close/>
              </a:path>
              <a:path w="2597784" h="6591300">
                <a:moveTo>
                  <a:pt x="1795144" y="6019800"/>
                </a:moveTo>
                <a:lnTo>
                  <a:pt x="1652015" y="6019800"/>
                </a:lnTo>
                <a:lnTo>
                  <a:pt x="1652015" y="6172200"/>
                </a:lnTo>
                <a:lnTo>
                  <a:pt x="1394333" y="6172200"/>
                </a:lnTo>
                <a:lnTo>
                  <a:pt x="1594865" y="6311900"/>
                </a:lnTo>
                <a:lnTo>
                  <a:pt x="1795144" y="6311900"/>
                </a:lnTo>
                <a:lnTo>
                  <a:pt x="1795144" y="6019800"/>
                </a:lnTo>
                <a:close/>
              </a:path>
              <a:path w="2597784" h="6591300">
                <a:moveTo>
                  <a:pt x="2597277" y="6019800"/>
                </a:moveTo>
                <a:lnTo>
                  <a:pt x="2509774" y="6019800"/>
                </a:lnTo>
                <a:lnTo>
                  <a:pt x="2509774" y="6172200"/>
                </a:lnTo>
                <a:lnTo>
                  <a:pt x="2597277" y="6172200"/>
                </a:lnTo>
                <a:lnTo>
                  <a:pt x="2597277" y="6019800"/>
                </a:lnTo>
                <a:close/>
              </a:path>
              <a:path w="2597784" h="6591300">
                <a:moveTo>
                  <a:pt x="1365885" y="6019800"/>
                </a:moveTo>
                <a:lnTo>
                  <a:pt x="1219327" y="6019800"/>
                </a:lnTo>
                <a:lnTo>
                  <a:pt x="1329436" y="6121400"/>
                </a:lnTo>
                <a:lnTo>
                  <a:pt x="1365885" y="6146800"/>
                </a:lnTo>
                <a:lnTo>
                  <a:pt x="1365885" y="6019800"/>
                </a:lnTo>
                <a:close/>
              </a:path>
              <a:path w="2597784" h="6591300">
                <a:moveTo>
                  <a:pt x="1509014" y="5588000"/>
                </a:moveTo>
                <a:lnTo>
                  <a:pt x="1366265" y="5588000"/>
                </a:lnTo>
                <a:lnTo>
                  <a:pt x="1366265" y="5880100"/>
                </a:lnTo>
                <a:lnTo>
                  <a:pt x="1223137" y="5880100"/>
                </a:lnTo>
                <a:lnTo>
                  <a:pt x="1223137" y="6019800"/>
                </a:lnTo>
                <a:lnTo>
                  <a:pt x="1509014" y="6019800"/>
                </a:lnTo>
                <a:lnTo>
                  <a:pt x="1509014" y="5588000"/>
                </a:lnTo>
                <a:close/>
              </a:path>
              <a:path w="2597784" h="6591300">
                <a:moveTo>
                  <a:pt x="1938147" y="5880100"/>
                </a:moveTo>
                <a:lnTo>
                  <a:pt x="1795144" y="5880100"/>
                </a:lnTo>
                <a:lnTo>
                  <a:pt x="1795144" y="6019800"/>
                </a:lnTo>
                <a:lnTo>
                  <a:pt x="1938147" y="6019800"/>
                </a:lnTo>
                <a:lnTo>
                  <a:pt x="1938147" y="5880100"/>
                </a:lnTo>
                <a:close/>
              </a:path>
              <a:path w="2597784" h="6591300">
                <a:moveTo>
                  <a:pt x="937387" y="5740400"/>
                </a:moveTo>
                <a:lnTo>
                  <a:pt x="922274" y="5740400"/>
                </a:lnTo>
                <a:lnTo>
                  <a:pt x="937387" y="5753100"/>
                </a:lnTo>
                <a:lnTo>
                  <a:pt x="937387" y="5740400"/>
                </a:lnTo>
                <a:close/>
              </a:path>
              <a:path w="2597784" h="6591300">
                <a:moveTo>
                  <a:pt x="1223137" y="5588000"/>
                </a:moveTo>
                <a:lnTo>
                  <a:pt x="1080135" y="5588000"/>
                </a:lnTo>
                <a:lnTo>
                  <a:pt x="1080135" y="5740400"/>
                </a:lnTo>
                <a:lnTo>
                  <a:pt x="1223137" y="5740400"/>
                </a:lnTo>
                <a:lnTo>
                  <a:pt x="1223137" y="5588000"/>
                </a:lnTo>
                <a:close/>
              </a:path>
              <a:path w="2597784" h="6591300">
                <a:moveTo>
                  <a:pt x="2597277" y="5588000"/>
                </a:moveTo>
                <a:lnTo>
                  <a:pt x="1651762" y="5588000"/>
                </a:lnTo>
                <a:lnTo>
                  <a:pt x="1651762" y="5740400"/>
                </a:lnTo>
                <a:lnTo>
                  <a:pt x="2597277" y="5740400"/>
                </a:lnTo>
                <a:lnTo>
                  <a:pt x="2597277" y="5588000"/>
                </a:lnTo>
                <a:close/>
              </a:path>
              <a:path w="2597784" h="6591300">
                <a:moveTo>
                  <a:pt x="1080135" y="5308600"/>
                </a:moveTo>
                <a:lnTo>
                  <a:pt x="794258" y="5308600"/>
                </a:lnTo>
                <a:lnTo>
                  <a:pt x="794258" y="5448300"/>
                </a:lnTo>
                <a:lnTo>
                  <a:pt x="689356" y="5448300"/>
                </a:lnTo>
                <a:lnTo>
                  <a:pt x="734187" y="5511800"/>
                </a:lnTo>
                <a:lnTo>
                  <a:pt x="801242" y="5588000"/>
                </a:lnTo>
                <a:lnTo>
                  <a:pt x="1080135" y="5588000"/>
                </a:lnTo>
                <a:lnTo>
                  <a:pt x="1080135" y="5308600"/>
                </a:lnTo>
                <a:close/>
              </a:path>
              <a:path w="2597784" h="6591300">
                <a:moveTo>
                  <a:pt x="1366519" y="5448300"/>
                </a:moveTo>
                <a:lnTo>
                  <a:pt x="1223517" y="5448300"/>
                </a:lnTo>
                <a:lnTo>
                  <a:pt x="1223517" y="5588000"/>
                </a:lnTo>
                <a:lnTo>
                  <a:pt x="1366519" y="5588000"/>
                </a:lnTo>
                <a:lnTo>
                  <a:pt x="1366519" y="5448300"/>
                </a:lnTo>
                <a:close/>
              </a:path>
              <a:path w="2597784" h="6591300">
                <a:moveTo>
                  <a:pt x="1652397" y="5448300"/>
                </a:moveTo>
                <a:lnTo>
                  <a:pt x="1509267" y="5448300"/>
                </a:lnTo>
                <a:lnTo>
                  <a:pt x="1509267" y="5588000"/>
                </a:lnTo>
                <a:lnTo>
                  <a:pt x="1652397" y="5588000"/>
                </a:lnTo>
                <a:lnTo>
                  <a:pt x="1652397" y="5448300"/>
                </a:lnTo>
                <a:close/>
              </a:path>
              <a:path w="2597784" h="6591300">
                <a:moveTo>
                  <a:pt x="2223642" y="5448300"/>
                </a:moveTo>
                <a:lnTo>
                  <a:pt x="1794764" y="5448300"/>
                </a:lnTo>
                <a:lnTo>
                  <a:pt x="1794764" y="5588000"/>
                </a:lnTo>
                <a:lnTo>
                  <a:pt x="2223642" y="5588000"/>
                </a:lnTo>
                <a:lnTo>
                  <a:pt x="2223642" y="5448300"/>
                </a:lnTo>
                <a:close/>
              </a:path>
              <a:path w="2597784" h="6591300">
                <a:moveTo>
                  <a:pt x="2509774" y="5448300"/>
                </a:moveTo>
                <a:lnTo>
                  <a:pt x="2366772" y="5448300"/>
                </a:lnTo>
                <a:lnTo>
                  <a:pt x="2366772" y="5588000"/>
                </a:lnTo>
                <a:lnTo>
                  <a:pt x="2509774" y="5588000"/>
                </a:lnTo>
                <a:lnTo>
                  <a:pt x="2509774" y="5448300"/>
                </a:lnTo>
                <a:close/>
              </a:path>
              <a:path w="2597784" h="6591300">
                <a:moveTo>
                  <a:pt x="1509014" y="5308600"/>
                </a:moveTo>
                <a:lnTo>
                  <a:pt x="1366265" y="5308600"/>
                </a:lnTo>
                <a:lnTo>
                  <a:pt x="1366265" y="5448300"/>
                </a:lnTo>
                <a:lnTo>
                  <a:pt x="1509014" y="5448300"/>
                </a:lnTo>
                <a:lnTo>
                  <a:pt x="1509014" y="5308600"/>
                </a:lnTo>
                <a:close/>
              </a:path>
              <a:path w="2597784" h="6591300">
                <a:moveTo>
                  <a:pt x="2080640" y="5308600"/>
                </a:moveTo>
                <a:lnTo>
                  <a:pt x="1937892" y="5308600"/>
                </a:lnTo>
                <a:lnTo>
                  <a:pt x="1937892" y="5448300"/>
                </a:lnTo>
                <a:lnTo>
                  <a:pt x="2080640" y="5448300"/>
                </a:lnTo>
                <a:lnTo>
                  <a:pt x="2080640" y="5308600"/>
                </a:lnTo>
                <a:close/>
              </a:path>
              <a:path w="2597784" h="6591300">
                <a:moveTo>
                  <a:pt x="2444115" y="5308600"/>
                </a:moveTo>
                <a:lnTo>
                  <a:pt x="2224024" y="5308600"/>
                </a:lnTo>
                <a:lnTo>
                  <a:pt x="2224024" y="5448300"/>
                </a:lnTo>
                <a:lnTo>
                  <a:pt x="2597277" y="5448300"/>
                </a:lnTo>
                <a:lnTo>
                  <a:pt x="2597277" y="5397500"/>
                </a:lnTo>
                <a:lnTo>
                  <a:pt x="2444115" y="5308600"/>
                </a:lnTo>
                <a:close/>
              </a:path>
              <a:path w="2597784" h="6591300">
                <a:moveTo>
                  <a:pt x="651510" y="5308600"/>
                </a:moveTo>
                <a:lnTo>
                  <a:pt x="587502" y="5308600"/>
                </a:lnTo>
                <a:lnTo>
                  <a:pt x="651510" y="5397500"/>
                </a:lnTo>
                <a:lnTo>
                  <a:pt x="651510" y="5308600"/>
                </a:lnTo>
                <a:close/>
              </a:path>
              <a:path w="2597784" h="6591300">
                <a:moveTo>
                  <a:pt x="1365885" y="5168900"/>
                </a:moveTo>
                <a:lnTo>
                  <a:pt x="651510" y="5168900"/>
                </a:lnTo>
                <a:lnTo>
                  <a:pt x="651510" y="5308600"/>
                </a:lnTo>
                <a:lnTo>
                  <a:pt x="1365885" y="5308600"/>
                </a:lnTo>
                <a:lnTo>
                  <a:pt x="1365885" y="5168900"/>
                </a:lnTo>
                <a:close/>
              </a:path>
              <a:path w="2597784" h="6591300">
                <a:moveTo>
                  <a:pt x="1794764" y="5016500"/>
                </a:moveTo>
                <a:lnTo>
                  <a:pt x="1652015" y="5016500"/>
                </a:lnTo>
                <a:lnTo>
                  <a:pt x="1652015" y="5168900"/>
                </a:lnTo>
                <a:lnTo>
                  <a:pt x="1509014" y="5168900"/>
                </a:lnTo>
                <a:lnTo>
                  <a:pt x="1509014" y="5308600"/>
                </a:lnTo>
                <a:lnTo>
                  <a:pt x="1794764" y="5308600"/>
                </a:lnTo>
                <a:lnTo>
                  <a:pt x="1794764" y="5016500"/>
                </a:lnTo>
                <a:close/>
              </a:path>
              <a:path w="2597784" h="6591300">
                <a:moveTo>
                  <a:pt x="651510" y="4876800"/>
                </a:moveTo>
                <a:lnTo>
                  <a:pt x="365760" y="4876800"/>
                </a:lnTo>
                <a:lnTo>
                  <a:pt x="365760" y="4914900"/>
                </a:lnTo>
                <a:lnTo>
                  <a:pt x="423544" y="5041900"/>
                </a:lnTo>
                <a:lnTo>
                  <a:pt x="508508" y="5181600"/>
                </a:lnTo>
                <a:lnTo>
                  <a:pt x="508508" y="5168900"/>
                </a:lnTo>
                <a:lnTo>
                  <a:pt x="651510" y="5168900"/>
                </a:lnTo>
                <a:lnTo>
                  <a:pt x="651510" y="4876800"/>
                </a:lnTo>
                <a:close/>
              </a:path>
              <a:path w="2597784" h="6591300">
                <a:moveTo>
                  <a:pt x="2034920" y="5016500"/>
                </a:moveTo>
                <a:lnTo>
                  <a:pt x="1938147" y="5016500"/>
                </a:lnTo>
                <a:lnTo>
                  <a:pt x="1938147" y="5168900"/>
                </a:lnTo>
                <a:lnTo>
                  <a:pt x="2080894" y="5168900"/>
                </a:lnTo>
                <a:lnTo>
                  <a:pt x="2080894" y="5054600"/>
                </a:lnTo>
                <a:lnTo>
                  <a:pt x="2066416" y="5054600"/>
                </a:lnTo>
                <a:lnTo>
                  <a:pt x="2034920" y="5016500"/>
                </a:lnTo>
                <a:close/>
              </a:path>
              <a:path w="2597784" h="6591300">
                <a:moveTo>
                  <a:pt x="937387" y="4597400"/>
                </a:moveTo>
                <a:lnTo>
                  <a:pt x="794258" y="4597400"/>
                </a:lnTo>
                <a:lnTo>
                  <a:pt x="794258" y="4737100"/>
                </a:lnTo>
                <a:lnTo>
                  <a:pt x="279145" y="4737100"/>
                </a:lnTo>
                <a:lnTo>
                  <a:pt x="345059" y="4876800"/>
                </a:lnTo>
                <a:lnTo>
                  <a:pt x="794258" y="4876800"/>
                </a:lnTo>
                <a:lnTo>
                  <a:pt x="794258" y="5016500"/>
                </a:lnTo>
                <a:lnTo>
                  <a:pt x="937387" y="5016500"/>
                </a:lnTo>
                <a:lnTo>
                  <a:pt x="937387" y="4597400"/>
                </a:lnTo>
                <a:close/>
              </a:path>
              <a:path w="2597784" h="6591300">
                <a:moveTo>
                  <a:pt x="1767205" y="4737100"/>
                </a:moveTo>
                <a:lnTo>
                  <a:pt x="1509649" y="4737100"/>
                </a:lnTo>
                <a:lnTo>
                  <a:pt x="1509649" y="4876800"/>
                </a:lnTo>
                <a:lnTo>
                  <a:pt x="1366265" y="4876800"/>
                </a:lnTo>
                <a:lnTo>
                  <a:pt x="1366265" y="5016500"/>
                </a:lnTo>
                <a:lnTo>
                  <a:pt x="1937892" y="5016500"/>
                </a:lnTo>
                <a:lnTo>
                  <a:pt x="1937892" y="4927600"/>
                </a:lnTo>
                <a:lnTo>
                  <a:pt x="1842897" y="4826000"/>
                </a:lnTo>
                <a:lnTo>
                  <a:pt x="1767205" y="4737100"/>
                </a:lnTo>
                <a:close/>
              </a:path>
              <a:path w="2597784" h="6591300">
                <a:moveTo>
                  <a:pt x="1223517" y="4597400"/>
                </a:moveTo>
                <a:lnTo>
                  <a:pt x="1080389" y="4597400"/>
                </a:lnTo>
                <a:lnTo>
                  <a:pt x="1080389" y="4876800"/>
                </a:lnTo>
                <a:lnTo>
                  <a:pt x="1366519" y="4876800"/>
                </a:lnTo>
                <a:lnTo>
                  <a:pt x="1366519" y="4737100"/>
                </a:lnTo>
                <a:lnTo>
                  <a:pt x="1223517" y="4737100"/>
                </a:lnTo>
                <a:lnTo>
                  <a:pt x="1223517" y="4597400"/>
                </a:lnTo>
                <a:close/>
              </a:path>
              <a:path w="2597784" h="6591300">
                <a:moveTo>
                  <a:pt x="1080389" y="4445000"/>
                </a:moveTo>
                <a:lnTo>
                  <a:pt x="365760" y="4445000"/>
                </a:lnTo>
                <a:lnTo>
                  <a:pt x="365760" y="4737100"/>
                </a:lnTo>
                <a:lnTo>
                  <a:pt x="508508" y="4737100"/>
                </a:lnTo>
                <a:lnTo>
                  <a:pt x="508508" y="4597400"/>
                </a:lnTo>
                <a:lnTo>
                  <a:pt x="1080389" y="4597400"/>
                </a:lnTo>
                <a:lnTo>
                  <a:pt x="1080389" y="4445000"/>
                </a:lnTo>
                <a:close/>
              </a:path>
              <a:path w="2597784" h="6591300">
                <a:moveTo>
                  <a:pt x="1509649" y="4445000"/>
                </a:moveTo>
                <a:lnTo>
                  <a:pt x="1223517" y="4445000"/>
                </a:lnTo>
                <a:lnTo>
                  <a:pt x="1223517" y="4597400"/>
                </a:lnTo>
                <a:lnTo>
                  <a:pt x="1366519" y="4597400"/>
                </a:lnTo>
                <a:lnTo>
                  <a:pt x="1366519" y="4737100"/>
                </a:lnTo>
                <a:lnTo>
                  <a:pt x="1509649" y="4737100"/>
                </a:lnTo>
                <a:lnTo>
                  <a:pt x="1509649" y="4445000"/>
                </a:lnTo>
                <a:close/>
              </a:path>
              <a:path w="2597784" h="6591300">
                <a:moveTo>
                  <a:pt x="1652397" y="4572000"/>
                </a:moveTo>
                <a:lnTo>
                  <a:pt x="1652397" y="4597400"/>
                </a:lnTo>
                <a:lnTo>
                  <a:pt x="1662938" y="4597400"/>
                </a:lnTo>
                <a:lnTo>
                  <a:pt x="1652397" y="4572000"/>
                </a:lnTo>
                <a:close/>
              </a:path>
              <a:path w="2597784" h="6591300">
                <a:moveTo>
                  <a:pt x="222631" y="4445000"/>
                </a:moveTo>
                <a:lnTo>
                  <a:pt x="172338" y="4445000"/>
                </a:lnTo>
                <a:lnTo>
                  <a:pt x="191515" y="4508500"/>
                </a:lnTo>
                <a:lnTo>
                  <a:pt x="222631" y="4584700"/>
                </a:lnTo>
                <a:lnTo>
                  <a:pt x="222631" y="4445000"/>
                </a:lnTo>
                <a:close/>
              </a:path>
              <a:path w="2597784" h="6591300">
                <a:moveTo>
                  <a:pt x="366394" y="4305300"/>
                </a:moveTo>
                <a:lnTo>
                  <a:pt x="223265" y="4305300"/>
                </a:lnTo>
                <a:lnTo>
                  <a:pt x="223265" y="4445000"/>
                </a:lnTo>
                <a:lnTo>
                  <a:pt x="366394" y="4445000"/>
                </a:lnTo>
                <a:lnTo>
                  <a:pt x="366394" y="4305300"/>
                </a:lnTo>
                <a:close/>
              </a:path>
              <a:path w="2597784" h="6591300">
                <a:moveTo>
                  <a:pt x="651510" y="4305300"/>
                </a:moveTo>
                <a:lnTo>
                  <a:pt x="508508" y="4305300"/>
                </a:lnTo>
                <a:lnTo>
                  <a:pt x="508508" y="4445000"/>
                </a:lnTo>
                <a:lnTo>
                  <a:pt x="651510" y="4445000"/>
                </a:lnTo>
                <a:lnTo>
                  <a:pt x="651510" y="4305300"/>
                </a:lnTo>
                <a:close/>
              </a:path>
              <a:path w="2597784" h="6591300">
                <a:moveTo>
                  <a:pt x="79883" y="3733800"/>
                </a:moveTo>
                <a:lnTo>
                  <a:pt x="19176" y="3733800"/>
                </a:lnTo>
                <a:lnTo>
                  <a:pt x="46228" y="3949700"/>
                </a:lnTo>
                <a:lnTo>
                  <a:pt x="54810" y="3987800"/>
                </a:lnTo>
                <a:lnTo>
                  <a:pt x="64045" y="4038600"/>
                </a:lnTo>
                <a:lnTo>
                  <a:pt x="73929" y="4089400"/>
                </a:lnTo>
                <a:lnTo>
                  <a:pt x="84459" y="4140200"/>
                </a:lnTo>
                <a:lnTo>
                  <a:pt x="95631" y="4191000"/>
                </a:lnTo>
                <a:lnTo>
                  <a:pt x="107442" y="4229100"/>
                </a:lnTo>
                <a:lnTo>
                  <a:pt x="129159" y="4305300"/>
                </a:lnTo>
                <a:lnTo>
                  <a:pt x="509142" y="4305300"/>
                </a:lnTo>
                <a:lnTo>
                  <a:pt x="509142" y="4165600"/>
                </a:lnTo>
                <a:lnTo>
                  <a:pt x="222631" y="4165600"/>
                </a:lnTo>
                <a:lnTo>
                  <a:pt x="222631" y="4013200"/>
                </a:lnTo>
                <a:lnTo>
                  <a:pt x="79883" y="4013200"/>
                </a:lnTo>
                <a:lnTo>
                  <a:pt x="79883" y="3733800"/>
                </a:lnTo>
                <a:close/>
              </a:path>
              <a:path w="2597784" h="6591300">
                <a:moveTo>
                  <a:pt x="794258" y="4013200"/>
                </a:moveTo>
                <a:lnTo>
                  <a:pt x="651510" y="4013200"/>
                </a:lnTo>
                <a:lnTo>
                  <a:pt x="651510" y="4305300"/>
                </a:lnTo>
                <a:lnTo>
                  <a:pt x="937387" y="4305300"/>
                </a:lnTo>
                <a:lnTo>
                  <a:pt x="937387" y="4165600"/>
                </a:lnTo>
                <a:lnTo>
                  <a:pt x="794258" y="4165600"/>
                </a:lnTo>
                <a:lnTo>
                  <a:pt x="794258" y="4013200"/>
                </a:lnTo>
                <a:close/>
              </a:path>
              <a:path w="2597784" h="6591300">
                <a:moveTo>
                  <a:pt x="1223517" y="4013200"/>
                </a:moveTo>
                <a:lnTo>
                  <a:pt x="937387" y="4013200"/>
                </a:lnTo>
                <a:lnTo>
                  <a:pt x="937387" y="4165600"/>
                </a:lnTo>
                <a:lnTo>
                  <a:pt x="1080389" y="4165600"/>
                </a:lnTo>
                <a:lnTo>
                  <a:pt x="1080389" y="4305300"/>
                </a:lnTo>
                <a:lnTo>
                  <a:pt x="1223517" y="4305300"/>
                </a:lnTo>
                <a:lnTo>
                  <a:pt x="1223517" y="4013200"/>
                </a:lnTo>
                <a:close/>
              </a:path>
              <a:path w="2597784" h="6591300">
                <a:moveTo>
                  <a:pt x="1389380" y="4013200"/>
                </a:moveTo>
                <a:lnTo>
                  <a:pt x="1366519" y="4013200"/>
                </a:lnTo>
                <a:lnTo>
                  <a:pt x="1366519" y="4305300"/>
                </a:lnTo>
                <a:lnTo>
                  <a:pt x="1500759" y="4305300"/>
                </a:lnTo>
                <a:lnTo>
                  <a:pt x="1497457" y="4292600"/>
                </a:lnTo>
                <a:lnTo>
                  <a:pt x="1480887" y="4267200"/>
                </a:lnTo>
                <a:lnTo>
                  <a:pt x="1464913" y="4229100"/>
                </a:lnTo>
                <a:lnTo>
                  <a:pt x="1449558" y="4191000"/>
                </a:lnTo>
                <a:lnTo>
                  <a:pt x="1434845" y="4152900"/>
                </a:lnTo>
                <a:lnTo>
                  <a:pt x="1389380" y="4013200"/>
                </a:lnTo>
                <a:close/>
              </a:path>
              <a:path w="2597784" h="6591300">
                <a:moveTo>
                  <a:pt x="508508" y="3733800"/>
                </a:moveTo>
                <a:lnTo>
                  <a:pt x="365760" y="3733800"/>
                </a:lnTo>
                <a:lnTo>
                  <a:pt x="365760" y="4013200"/>
                </a:lnTo>
                <a:lnTo>
                  <a:pt x="508508" y="4013200"/>
                </a:lnTo>
                <a:lnTo>
                  <a:pt x="508508" y="3733800"/>
                </a:lnTo>
                <a:close/>
              </a:path>
              <a:path w="2597784" h="6591300">
                <a:moveTo>
                  <a:pt x="1350264" y="3873500"/>
                </a:moveTo>
                <a:lnTo>
                  <a:pt x="794258" y="3873500"/>
                </a:lnTo>
                <a:lnTo>
                  <a:pt x="794258" y="4013200"/>
                </a:lnTo>
                <a:lnTo>
                  <a:pt x="1366265" y="4013200"/>
                </a:lnTo>
                <a:lnTo>
                  <a:pt x="1366265" y="3937000"/>
                </a:lnTo>
                <a:lnTo>
                  <a:pt x="1350264" y="3873500"/>
                </a:lnTo>
                <a:close/>
              </a:path>
              <a:path w="2597784" h="6591300">
                <a:moveTo>
                  <a:pt x="794258" y="3441700"/>
                </a:moveTo>
                <a:lnTo>
                  <a:pt x="651510" y="3441700"/>
                </a:lnTo>
                <a:lnTo>
                  <a:pt x="651510" y="3873500"/>
                </a:lnTo>
                <a:lnTo>
                  <a:pt x="1223137" y="3873500"/>
                </a:lnTo>
                <a:lnTo>
                  <a:pt x="1223137" y="3733800"/>
                </a:lnTo>
                <a:lnTo>
                  <a:pt x="794258" y="3733800"/>
                </a:lnTo>
                <a:lnTo>
                  <a:pt x="794258" y="3441700"/>
                </a:lnTo>
                <a:close/>
              </a:path>
              <a:path w="2597784" h="6591300">
                <a:moveTo>
                  <a:pt x="365760" y="3162300"/>
                </a:moveTo>
                <a:lnTo>
                  <a:pt x="222631" y="3162300"/>
                </a:lnTo>
                <a:lnTo>
                  <a:pt x="222631" y="3733800"/>
                </a:lnTo>
                <a:lnTo>
                  <a:pt x="365760" y="3733800"/>
                </a:lnTo>
                <a:lnTo>
                  <a:pt x="365760" y="3441700"/>
                </a:lnTo>
                <a:lnTo>
                  <a:pt x="1080135" y="3441700"/>
                </a:lnTo>
                <a:lnTo>
                  <a:pt x="1080135" y="3302000"/>
                </a:lnTo>
                <a:lnTo>
                  <a:pt x="365760" y="3302000"/>
                </a:lnTo>
                <a:lnTo>
                  <a:pt x="365760" y="3162300"/>
                </a:lnTo>
                <a:close/>
              </a:path>
              <a:path w="2597784" h="6591300">
                <a:moveTo>
                  <a:pt x="1300988" y="3594100"/>
                </a:moveTo>
                <a:lnTo>
                  <a:pt x="937387" y="3594100"/>
                </a:lnTo>
                <a:lnTo>
                  <a:pt x="937387" y="3733800"/>
                </a:lnTo>
                <a:lnTo>
                  <a:pt x="1320927" y="3733800"/>
                </a:lnTo>
                <a:lnTo>
                  <a:pt x="1311148" y="3683000"/>
                </a:lnTo>
                <a:lnTo>
                  <a:pt x="1300988" y="3594100"/>
                </a:lnTo>
                <a:close/>
              </a:path>
              <a:path w="2597784" h="6591300">
                <a:moveTo>
                  <a:pt x="79883" y="3441700"/>
                </a:moveTo>
                <a:lnTo>
                  <a:pt x="0" y="3441700"/>
                </a:lnTo>
                <a:lnTo>
                  <a:pt x="6096" y="3581400"/>
                </a:lnTo>
                <a:lnTo>
                  <a:pt x="79883" y="3581400"/>
                </a:lnTo>
                <a:lnTo>
                  <a:pt x="79883" y="3441700"/>
                </a:lnTo>
                <a:close/>
              </a:path>
              <a:path w="2597784" h="6591300">
                <a:moveTo>
                  <a:pt x="1294764" y="3162300"/>
                </a:moveTo>
                <a:lnTo>
                  <a:pt x="1223137" y="3162300"/>
                </a:lnTo>
                <a:lnTo>
                  <a:pt x="1223137" y="3441700"/>
                </a:lnTo>
                <a:lnTo>
                  <a:pt x="1290192" y="3441700"/>
                </a:lnTo>
                <a:lnTo>
                  <a:pt x="1286510" y="3340100"/>
                </a:lnTo>
                <a:lnTo>
                  <a:pt x="1286910" y="3302000"/>
                </a:lnTo>
                <a:lnTo>
                  <a:pt x="1288097" y="3263900"/>
                </a:lnTo>
                <a:lnTo>
                  <a:pt x="1290046" y="3213100"/>
                </a:lnTo>
                <a:lnTo>
                  <a:pt x="1292733" y="3175000"/>
                </a:lnTo>
                <a:lnTo>
                  <a:pt x="1294764" y="3162300"/>
                </a:lnTo>
                <a:close/>
              </a:path>
              <a:path w="2597784" h="6591300">
                <a:moveTo>
                  <a:pt x="652144" y="3162300"/>
                </a:moveTo>
                <a:lnTo>
                  <a:pt x="508508" y="3162300"/>
                </a:lnTo>
                <a:lnTo>
                  <a:pt x="508508" y="3302000"/>
                </a:lnTo>
                <a:lnTo>
                  <a:pt x="652144" y="3302000"/>
                </a:lnTo>
                <a:lnTo>
                  <a:pt x="652144" y="3162300"/>
                </a:lnTo>
                <a:close/>
              </a:path>
              <a:path w="2597784" h="6591300">
                <a:moveTo>
                  <a:pt x="1223137" y="3009900"/>
                </a:moveTo>
                <a:lnTo>
                  <a:pt x="938022" y="3009900"/>
                </a:lnTo>
                <a:lnTo>
                  <a:pt x="938022" y="3302000"/>
                </a:lnTo>
                <a:lnTo>
                  <a:pt x="1080135" y="3302000"/>
                </a:lnTo>
                <a:lnTo>
                  <a:pt x="1080135" y="3162300"/>
                </a:lnTo>
                <a:lnTo>
                  <a:pt x="1223137" y="3162300"/>
                </a:lnTo>
                <a:lnTo>
                  <a:pt x="1223137" y="3009900"/>
                </a:lnTo>
                <a:close/>
              </a:path>
              <a:path w="2597784" h="6591300">
                <a:moveTo>
                  <a:pt x="509142" y="2870200"/>
                </a:moveTo>
                <a:lnTo>
                  <a:pt x="222631" y="2870200"/>
                </a:lnTo>
                <a:lnTo>
                  <a:pt x="222631" y="3009900"/>
                </a:lnTo>
                <a:lnTo>
                  <a:pt x="365760" y="3009900"/>
                </a:lnTo>
                <a:lnTo>
                  <a:pt x="365760" y="3162300"/>
                </a:lnTo>
                <a:lnTo>
                  <a:pt x="509142" y="3162300"/>
                </a:lnTo>
                <a:lnTo>
                  <a:pt x="509142" y="2870200"/>
                </a:lnTo>
                <a:close/>
              </a:path>
              <a:path w="2597784" h="6591300">
                <a:moveTo>
                  <a:pt x="794892" y="2730500"/>
                </a:moveTo>
                <a:lnTo>
                  <a:pt x="365760" y="2730500"/>
                </a:lnTo>
                <a:lnTo>
                  <a:pt x="365760" y="2870200"/>
                </a:lnTo>
                <a:lnTo>
                  <a:pt x="652144" y="2870200"/>
                </a:lnTo>
                <a:lnTo>
                  <a:pt x="652144" y="3162300"/>
                </a:lnTo>
                <a:lnTo>
                  <a:pt x="794892" y="3162300"/>
                </a:lnTo>
                <a:lnTo>
                  <a:pt x="794892" y="2730500"/>
                </a:lnTo>
                <a:close/>
              </a:path>
              <a:path w="2597784" h="6591300">
                <a:moveTo>
                  <a:pt x="79883" y="2870200"/>
                </a:moveTo>
                <a:lnTo>
                  <a:pt x="30353" y="2870200"/>
                </a:lnTo>
                <a:lnTo>
                  <a:pt x="12192" y="3009900"/>
                </a:lnTo>
                <a:lnTo>
                  <a:pt x="79883" y="3009900"/>
                </a:lnTo>
                <a:lnTo>
                  <a:pt x="79883" y="2870200"/>
                </a:lnTo>
                <a:close/>
              </a:path>
              <a:path w="2597784" h="6591300">
                <a:moveTo>
                  <a:pt x="1366265" y="2730500"/>
                </a:moveTo>
                <a:lnTo>
                  <a:pt x="938022" y="2730500"/>
                </a:lnTo>
                <a:lnTo>
                  <a:pt x="938022" y="2870200"/>
                </a:lnTo>
                <a:lnTo>
                  <a:pt x="1081024" y="2870200"/>
                </a:lnTo>
                <a:lnTo>
                  <a:pt x="1081024" y="3009900"/>
                </a:lnTo>
                <a:lnTo>
                  <a:pt x="1311148" y="3009900"/>
                </a:lnTo>
                <a:lnTo>
                  <a:pt x="1317601" y="2971800"/>
                </a:lnTo>
                <a:lnTo>
                  <a:pt x="1324768" y="2933700"/>
                </a:lnTo>
                <a:lnTo>
                  <a:pt x="1332650" y="2882900"/>
                </a:lnTo>
                <a:lnTo>
                  <a:pt x="1341247" y="2844800"/>
                </a:lnTo>
                <a:lnTo>
                  <a:pt x="1366265" y="2755900"/>
                </a:lnTo>
                <a:lnTo>
                  <a:pt x="1366265" y="2730500"/>
                </a:lnTo>
                <a:close/>
              </a:path>
              <a:path w="2597784" h="6591300">
                <a:moveTo>
                  <a:pt x="652144" y="2590800"/>
                </a:moveTo>
                <a:lnTo>
                  <a:pt x="79883" y="2590800"/>
                </a:lnTo>
                <a:lnTo>
                  <a:pt x="79883" y="2730500"/>
                </a:lnTo>
                <a:lnTo>
                  <a:pt x="652144" y="2730500"/>
                </a:lnTo>
                <a:lnTo>
                  <a:pt x="652144" y="2590800"/>
                </a:lnTo>
                <a:close/>
              </a:path>
              <a:path w="2597784" h="6591300">
                <a:moveTo>
                  <a:pt x="937387" y="2590800"/>
                </a:moveTo>
                <a:lnTo>
                  <a:pt x="794892" y="2590800"/>
                </a:lnTo>
                <a:lnTo>
                  <a:pt x="794892" y="2730500"/>
                </a:lnTo>
                <a:lnTo>
                  <a:pt x="937387" y="2730500"/>
                </a:lnTo>
                <a:lnTo>
                  <a:pt x="937387" y="2590800"/>
                </a:lnTo>
                <a:close/>
              </a:path>
              <a:path w="2597784" h="6591300">
                <a:moveTo>
                  <a:pt x="794258" y="2159000"/>
                </a:moveTo>
                <a:lnTo>
                  <a:pt x="651510" y="2159000"/>
                </a:lnTo>
                <a:lnTo>
                  <a:pt x="651510" y="2298700"/>
                </a:lnTo>
                <a:lnTo>
                  <a:pt x="508508" y="2298700"/>
                </a:lnTo>
                <a:lnTo>
                  <a:pt x="508508" y="2438400"/>
                </a:lnTo>
                <a:lnTo>
                  <a:pt x="365760" y="2438400"/>
                </a:lnTo>
                <a:lnTo>
                  <a:pt x="365760" y="2590800"/>
                </a:lnTo>
                <a:lnTo>
                  <a:pt x="794258" y="2590800"/>
                </a:lnTo>
                <a:lnTo>
                  <a:pt x="794258" y="2159000"/>
                </a:lnTo>
                <a:close/>
              </a:path>
              <a:path w="2597784" h="6591300">
                <a:moveTo>
                  <a:pt x="1366519" y="2298700"/>
                </a:moveTo>
                <a:lnTo>
                  <a:pt x="937640" y="2298700"/>
                </a:lnTo>
                <a:lnTo>
                  <a:pt x="937640" y="2590800"/>
                </a:lnTo>
                <a:lnTo>
                  <a:pt x="1080769" y="2590800"/>
                </a:lnTo>
                <a:lnTo>
                  <a:pt x="1080769" y="2438400"/>
                </a:lnTo>
                <a:lnTo>
                  <a:pt x="1366519" y="2438400"/>
                </a:lnTo>
                <a:lnTo>
                  <a:pt x="1366519" y="2298700"/>
                </a:lnTo>
                <a:close/>
              </a:path>
              <a:path w="2597784" h="6591300">
                <a:moveTo>
                  <a:pt x="1476248" y="2438400"/>
                </a:moveTo>
                <a:lnTo>
                  <a:pt x="1223772" y="2438400"/>
                </a:lnTo>
                <a:lnTo>
                  <a:pt x="1223772" y="2590800"/>
                </a:lnTo>
                <a:lnTo>
                  <a:pt x="1419098" y="2590800"/>
                </a:lnTo>
                <a:lnTo>
                  <a:pt x="1434845" y="2540000"/>
                </a:lnTo>
                <a:lnTo>
                  <a:pt x="1476248" y="2438400"/>
                </a:lnTo>
                <a:close/>
              </a:path>
              <a:path w="2597784" h="6591300">
                <a:moveTo>
                  <a:pt x="1545209" y="2298700"/>
                </a:moveTo>
                <a:lnTo>
                  <a:pt x="1509649" y="2298700"/>
                </a:lnTo>
                <a:lnTo>
                  <a:pt x="1509649" y="2362200"/>
                </a:lnTo>
                <a:lnTo>
                  <a:pt x="1545209" y="2298700"/>
                </a:lnTo>
                <a:close/>
              </a:path>
              <a:path w="2597784" h="6591300">
                <a:moveTo>
                  <a:pt x="1509267" y="1866900"/>
                </a:moveTo>
                <a:lnTo>
                  <a:pt x="1080389" y="1866900"/>
                </a:lnTo>
                <a:lnTo>
                  <a:pt x="1080389" y="2006600"/>
                </a:lnTo>
                <a:lnTo>
                  <a:pt x="1223517" y="2006600"/>
                </a:lnTo>
                <a:lnTo>
                  <a:pt x="1223517" y="2159000"/>
                </a:lnTo>
                <a:lnTo>
                  <a:pt x="1366519" y="2159000"/>
                </a:lnTo>
                <a:lnTo>
                  <a:pt x="1366519" y="2298700"/>
                </a:lnTo>
                <a:lnTo>
                  <a:pt x="1509267" y="2298700"/>
                </a:lnTo>
                <a:lnTo>
                  <a:pt x="1509267" y="1866900"/>
                </a:lnTo>
                <a:close/>
              </a:path>
              <a:path w="2597784" h="6591300">
                <a:moveTo>
                  <a:pt x="223012" y="2095500"/>
                </a:moveTo>
                <a:lnTo>
                  <a:pt x="201167" y="2159000"/>
                </a:lnTo>
                <a:lnTo>
                  <a:pt x="223012" y="2159000"/>
                </a:lnTo>
                <a:lnTo>
                  <a:pt x="223012" y="2095500"/>
                </a:lnTo>
                <a:close/>
              </a:path>
              <a:path w="2597784" h="6591300">
                <a:moveTo>
                  <a:pt x="1724152" y="2006600"/>
                </a:moveTo>
                <a:lnTo>
                  <a:pt x="1652015" y="2006600"/>
                </a:lnTo>
                <a:lnTo>
                  <a:pt x="1652142" y="2108200"/>
                </a:lnTo>
                <a:lnTo>
                  <a:pt x="1724152" y="2006600"/>
                </a:lnTo>
                <a:close/>
              </a:path>
              <a:path w="2597784" h="6591300">
                <a:moveTo>
                  <a:pt x="366013" y="1866900"/>
                </a:moveTo>
                <a:lnTo>
                  <a:pt x="318008" y="1866900"/>
                </a:lnTo>
                <a:lnTo>
                  <a:pt x="297180" y="1917700"/>
                </a:lnTo>
                <a:lnTo>
                  <a:pt x="257556" y="2006600"/>
                </a:lnTo>
                <a:lnTo>
                  <a:pt x="366013" y="2006600"/>
                </a:lnTo>
                <a:lnTo>
                  <a:pt x="366013" y="1866900"/>
                </a:lnTo>
                <a:close/>
              </a:path>
              <a:path w="2597784" h="6591300">
                <a:moveTo>
                  <a:pt x="508508" y="1511300"/>
                </a:moveTo>
                <a:lnTo>
                  <a:pt x="423544" y="1651000"/>
                </a:lnTo>
                <a:lnTo>
                  <a:pt x="388619" y="1727200"/>
                </a:lnTo>
                <a:lnTo>
                  <a:pt x="508508" y="1727200"/>
                </a:lnTo>
                <a:lnTo>
                  <a:pt x="508508" y="2006600"/>
                </a:lnTo>
                <a:lnTo>
                  <a:pt x="651510" y="2006600"/>
                </a:lnTo>
                <a:lnTo>
                  <a:pt x="651510" y="1587500"/>
                </a:lnTo>
                <a:lnTo>
                  <a:pt x="508508" y="1587500"/>
                </a:lnTo>
                <a:lnTo>
                  <a:pt x="508508" y="1511300"/>
                </a:lnTo>
                <a:close/>
              </a:path>
              <a:path w="2597784" h="6591300">
                <a:moveTo>
                  <a:pt x="1837943" y="1866900"/>
                </a:moveTo>
                <a:lnTo>
                  <a:pt x="1795144" y="1866900"/>
                </a:lnTo>
                <a:lnTo>
                  <a:pt x="1795144" y="1917700"/>
                </a:lnTo>
                <a:lnTo>
                  <a:pt x="1837943" y="1866900"/>
                </a:lnTo>
                <a:close/>
              </a:path>
              <a:path w="2597784" h="6591300">
                <a:moveTo>
                  <a:pt x="937640" y="1587500"/>
                </a:moveTo>
                <a:lnTo>
                  <a:pt x="794638" y="1587500"/>
                </a:lnTo>
                <a:lnTo>
                  <a:pt x="794638" y="1866900"/>
                </a:lnTo>
                <a:lnTo>
                  <a:pt x="1223517" y="1866900"/>
                </a:lnTo>
                <a:lnTo>
                  <a:pt x="1223517" y="1727200"/>
                </a:lnTo>
                <a:lnTo>
                  <a:pt x="937640" y="1727200"/>
                </a:lnTo>
                <a:lnTo>
                  <a:pt x="937640" y="1587500"/>
                </a:lnTo>
                <a:close/>
              </a:path>
              <a:path w="2597784" h="6591300">
                <a:moveTo>
                  <a:pt x="1974977" y="1727200"/>
                </a:moveTo>
                <a:lnTo>
                  <a:pt x="1938147" y="1727200"/>
                </a:lnTo>
                <a:lnTo>
                  <a:pt x="1938147" y="1765300"/>
                </a:lnTo>
                <a:lnTo>
                  <a:pt x="1950847" y="1752600"/>
                </a:lnTo>
                <a:lnTo>
                  <a:pt x="1974977" y="1727200"/>
                </a:lnTo>
                <a:close/>
              </a:path>
              <a:path w="2597784" h="6591300">
                <a:moveTo>
                  <a:pt x="1509014" y="1587500"/>
                </a:moveTo>
                <a:lnTo>
                  <a:pt x="1223137" y="1587500"/>
                </a:lnTo>
                <a:lnTo>
                  <a:pt x="1223137" y="1727200"/>
                </a:lnTo>
                <a:lnTo>
                  <a:pt x="1509014" y="1727200"/>
                </a:lnTo>
                <a:lnTo>
                  <a:pt x="1509014" y="1587500"/>
                </a:lnTo>
                <a:close/>
              </a:path>
              <a:path w="2597784" h="6591300">
                <a:moveTo>
                  <a:pt x="1938147" y="1587500"/>
                </a:moveTo>
                <a:lnTo>
                  <a:pt x="1795144" y="1587500"/>
                </a:lnTo>
                <a:lnTo>
                  <a:pt x="1795144" y="1727200"/>
                </a:lnTo>
                <a:lnTo>
                  <a:pt x="1938147" y="1727200"/>
                </a:lnTo>
                <a:lnTo>
                  <a:pt x="1938147" y="1587500"/>
                </a:lnTo>
                <a:close/>
              </a:path>
              <a:path w="2597784" h="6591300">
                <a:moveTo>
                  <a:pt x="2144267" y="1587500"/>
                </a:moveTo>
                <a:lnTo>
                  <a:pt x="2080894" y="1587500"/>
                </a:lnTo>
                <a:lnTo>
                  <a:pt x="2080894" y="1625600"/>
                </a:lnTo>
                <a:lnTo>
                  <a:pt x="2144267" y="1587500"/>
                </a:lnTo>
                <a:close/>
              </a:path>
              <a:path w="2597784" h="6591300">
                <a:moveTo>
                  <a:pt x="794892" y="1435100"/>
                </a:moveTo>
                <a:lnTo>
                  <a:pt x="651890" y="1435100"/>
                </a:lnTo>
                <a:lnTo>
                  <a:pt x="651890" y="1587500"/>
                </a:lnTo>
                <a:lnTo>
                  <a:pt x="794892" y="1587500"/>
                </a:lnTo>
                <a:lnTo>
                  <a:pt x="794892" y="1435100"/>
                </a:lnTo>
                <a:close/>
              </a:path>
              <a:path w="2597784" h="6591300">
                <a:moveTo>
                  <a:pt x="1223137" y="1155700"/>
                </a:moveTo>
                <a:lnTo>
                  <a:pt x="1080135" y="1155700"/>
                </a:lnTo>
                <a:lnTo>
                  <a:pt x="1080135" y="1587500"/>
                </a:lnTo>
                <a:lnTo>
                  <a:pt x="1366265" y="1587500"/>
                </a:lnTo>
                <a:lnTo>
                  <a:pt x="1366265" y="1435100"/>
                </a:lnTo>
                <a:lnTo>
                  <a:pt x="1223137" y="1435100"/>
                </a:lnTo>
                <a:lnTo>
                  <a:pt x="1223137" y="1155700"/>
                </a:lnTo>
                <a:close/>
              </a:path>
              <a:path w="2597784" h="6591300">
                <a:moveTo>
                  <a:pt x="2342388" y="1435100"/>
                </a:moveTo>
                <a:lnTo>
                  <a:pt x="2223642" y="1435100"/>
                </a:lnTo>
                <a:lnTo>
                  <a:pt x="2223642" y="1524000"/>
                </a:lnTo>
                <a:lnTo>
                  <a:pt x="2319019" y="1447800"/>
                </a:lnTo>
                <a:lnTo>
                  <a:pt x="2342388" y="1435100"/>
                </a:lnTo>
                <a:close/>
              </a:path>
              <a:path w="2597784" h="6591300">
                <a:moveTo>
                  <a:pt x="2224024" y="1295400"/>
                </a:moveTo>
                <a:lnTo>
                  <a:pt x="1652015" y="1295400"/>
                </a:lnTo>
                <a:lnTo>
                  <a:pt x="1652015" y="1435100"/>
                </a:lnTo>
                <a:lnTo>
                  <a:pt x="2224024" y="1435100"/>
                </a:lnTo>
                <a:lnTo>
                  <a:pt x="2224024" y="1295400"/>
                </a:lnTo>
                <a:close/>
              </a:path>
              <a:path w="2597784" h="6591300">
                <a:moveTo>
                  <a:pt x="794258" y="1104900"/>
                </a:moveTo>
                <a:lnTo>
                  <a:pt x="734187" y="1181100"/>
                </a:lnTo>
                <a:lnTo>
                  <a:pt x="650239" y="1295400"/>
                </a:lnTo>
                <a:lnTo>
                  <a:pt x="937387" y="1295400"/>
                </a:lnTo>
                <a:lnTo>
                  <a:pt x="937387" y="1155700"/>
                </a:lnTo>
                <a:lnTo>
                  <a:pt x="794258" y="1155700"/>
                </a:lnTo>
                <a:lnTo>
                  <a:pt x="794258" y="1104900"/>
                </a:lnTo>
                <a:close/>
              </a:path>
              <a:path w="2597784" h="6591300">
                <a:moveTo>
                  <a:pt x="1509014" y="1155700"/>
                </a:moveTo>
                <a:lnTo>
                  <a:pt x="1366265" y="1155700"/>
                </a:lnTo>
                <a:lnTo>
                  <a:pt x="1366265" y="1295400"/>
                </a:lnTo>
                <a:lnTo>
                  <a:pt x="1509014" y="1295400"/>
                </a:lnTo>
                <a:lnTo>
                  <a:pt x="1509014" y="1155700"/>
                </a:lnTo>
                <a:close/>
              </a:path>
              <a:path w="2597784" h="6591300">
                <a:moveTo>
                  <a:pt x="1795144" y="863600"/>
                </a:moveTo>
                <a:lnTo>
                  <a:pt x="1509267" y="863600"/>
                </a:lnTo>
                <a:lnTo>
                  <a:pt x="1509267" y="1155700"/>
                </a:lnTo>
                <a:lnTo>
                  <a:pt x="1795144" y="1155700"/>
                </a:lnTo>
                <a:lnTo>
                  <a:pt x="1795144" y="1295400"/>
                </a:lnTo>
                <a:lnTo>
                  <a:pt x="1938147" y="1295400"/>
                </a:lnTo>
                <a:lnTo>
                  <a:pt x="1938147" y="1003300"/>
                </a:lnTo>
                <a:lnTo>
                  <a:pt x="1795144" y="1003300"/>
                </a:lnTo>
                <a:lnTo>
                  <a:pt x="1795144" y="863600"/>
                </a:lnTo>
                <a:close/>
              </a:path>
              <a:path w="2597784" h="6591300">
                <a:moveTo>
                  <a:pt x="2597277" y="1155700"/>
                </a:moveTo>
                <a:lnTo>
                  <a:pt x="2509774" y="1155700"/>
                </a:lnTo>
                <a:lnTo>
                  <a:pt x="2509774" y="1295400"/>
                </a:lnTo>
                <a:lnTo>
                  <a:pt x="2597277" y="1295400"/>
                </a:lnTo>
                <a:lnTo>
                  <a:pt x="2597277" y="1155700"/>
                </a:lnTo>
                <a:close/>
              </a:path>
              <a:path w="2597784" h="6591300">
                <a:moveTo>
                  <a:pt x="1080389" y="1003300"/>
                </a:moveTo>
                <a:lnTo>
                  <a:pt x="937387" y="1003300"/>
                </a:lnTo>
                <a:lnTo>
                  <a:pt x="937387" y="1155700"/>
                </a:lnTo>
                <a:lnTo>
                  <a:pt x="1080389" y="1155700"/>
                </a:lnTo>
                <a:lnTo>
                  <a:pt x="1080389" y="1003300"/>
                </a:lnTo>
                <a:close/>
              </a:path>
              <a:path w="2597784" h="6591300">
                <a:moveTo>
                  <a:pt x="1366265" y="1003300"/>
                </a:moveTo>
                <a:lnTo>
                  <a:pt x="1223137" y="1003300"/>
                </a:lnTo>
                <a:lnTo>
                  <a:pt x="1223137" y="1155700"/>
                </a:lnTo>
                <a:lnTo>
                  <a:pt x="1366265" y="1155700"/>
                </a:lnTo>
                <a:lnTo>
                  <a:pt x="1366265" y="1003300"/>
                </a:lnTo>
                <a:close/>
              </a:path>
              <a:path w="2597784" h="6591300">
                <a:moveTo>
                  <a:pt x="1223137" y="863600"/>
                </a:moveTo>
                <a:lnTo>
                  <a:pt x="1080389" y="863600"/>
                </a:lnTo>
                <a:lnTo>
                  <a:pt x="1080389" y="1003300"/>
                </a:lnTo>
                <a:lnTo>
                  <a:pt x="1223137" y="1003300"/>
                </a:lnTo>
                <a:lnTo>
                  <a:pt x="1223137" y="863600"/>
                </a:lnTo>
                <a:close/>
              </a:path>
              <a:path w="2597784" h="6591300">
                <a:moveTo>
                  <a:pt x="2080894" y="863600"/>
                </a:moveTo>
                <a:lnTo>
                  <a:pt x="1938147" y="863600"/>
                </a:lnTo>
                <a:lnTo>
                  <a:pt x="1938147" y="1003300"/>
                </a:lnTo>
                <a:lnTo>
                  <a:pt x="2080894" y="1003300"/>
                </a:lnTo>
                <a:lnTo>
                  <a:pt x="2080894" y="863600"/>
                </a:lnTo>
                <a:close/>
              </a:path>
              <a:path w="2597784" h="6591300">
                <a:moveTo>
                  <a:pt x="2597277" y="863600"/>
                </a:moveTo>
                <a:lnTo>
                  <a:pt x="2509774" y="863600"/>
                </a:lnTo>
                <a:lnTo>
                  <a:pt x="2509774" y="1003300"/>
                </a:lnTo>
                <a:lnTo>
                  <a:pt x="2597277" y="1003300"/>
                </a:lnTo>
                <a:lnTo>
                  <a:pt x="2597277" y="863600"/>
                </a:lnTo>
                <a:close/>
              </a:path>
              <a:path w="2597784" h="6591300">
                <a:moveTo>
                  <a:pt x="1080769" y="787400"/>
                </a:moveTo>
                <a:lnTo>
                  <a:pt x="1009014" y="863600"/>
                </a:lnTo>
                <a:lnTo>
                  <a:pt x="1080769" y="863600"/>
                </a:lnTo>
                <a:lnTo>
                  <a:pt x="1080769" y="787400"/>
                </a:lnTo>
                <a:close/>
              </a:path>
              <a:path w="2597784" h="6591300">
                <a:moveTo>
                  <a:pt x="1938147" y="723900"/>
                </a:moveTo>
                <a:lnTo>
                  <a:pt x="1223517" y="723900"/>
                </a:lnTo>
                <a:lnTo>
                  <a:pt x="1223517" y="863600"/>
                </a:lnTo>
                <a:lnTo>
                  <a:pt x="1938147" y="863600"/>
                </a:lnTo>
                <a:lnTo>
                  <a:pt x="1938147" y="723900"/>
                </a:lnTo>
                <a:close/>
              </a:path>
              <a:path w="2597784" h="6591300">
                <a:moveTo>
                  <a:pt x="2224278" y="723900"/>
                </a:moveTo>
                <a:lnTo>
                  <a:pt x="2081276" y="723900"/>
                </a:lnTo>
                <a:lnTo>
                  <a:pt x="2081276" y="863600"/>
                </a:lnTo>
                <a:lnTo>
                  <a:pt x="2224278" y="863600"/>
                </a:lnTo>
                <a:lnTo>
                  <a:pt x="2224278" y="723900"/>
                </a:lnTo>
                <a:close/>
              </a:path>
              <a:path w="2597784" h="6591300">
                <a:moveTo>
                  <a:pt x="2223642" y="431800"/>
                </a:moveTo>
                <a:lnTo>
                  <a:pt x="1938528" y="431800"/>
                </a:lnTo>
                <a:lnTo>
                  <a:pt x="1938528" y="723900"/>
                </a:lnTo>
                <a:lnTo>
                  <a:pt x="2366772" y="723900"/>
                </a:lnTo>
                <a:lnTo>
                  <a:pt x="2366772" y="584200"/>
                </a:lnTo>
                <a:lnTo>
                  <a:pt x="2223642" y="584200"/>
                </a:lnTo>
                <a:lnTo>
                  <a:pt x="2223642" y="431800"/>
                </a:lnTo>
                <a:close/>
              </a:path>
              <a:path w="2597784" h="6591300">
                <a:moveTo>
                  <a:pt x="2597277" y="584200"/>
                </a:moveTo>
                <a:lnTo>
                  <a:pt x="2509774" y="584200"/>
                </a:lnTo>
                <a:lnTo>
                  <a:pt x="2509774" y="723900"/>
                </a:lnTo>
                <a:lnTo>
                  <a:pt x="2597277" y="723900"/>
                </a:lnTo>
                <a:lnTo>
                  <a:pt x="2597277" y="584200"/>
                </a:lnTo>
                <a:close/>
              </a:path>
              <a:path w="2597784" h="6591300">
                <a:moveTo>
                  <a:pt x="1795144" y="254000"/>
                </a:moveTo>
                <a:lnTo>
                  <a:pt x="1652397" y="342900"/>
                </a:lnTo>
                <a:lnTo>
                  <a:pt x="1652397" y="584200"/>
                </a:lnTo>
                <a:lnTo>
                  <a:pt x="1795399" y="584200"/>
                </a:lnTo>
                <a:lnTo>
                  <a:pt x="1795399" y="431800"/>
                </a:lnTo>
                <a:lnTo>
                  <a:pt x="2509774" y="431800"/>
                </a:lnTo>
                <a:lnTo>
                  <a:pt x="2509774" y="292100"/>
                </a:lnTo>
                <a:lnTo>
                  <a:pt x="1795144" y="292100"/>
                </a:lnTo>
                <a:lnTo>
                  <a:pt x="1795144" y="254000"/>
                </a:lnTo>
                <a:close/>
              </a:path>
              <a:path w="2597784" h="6591300">
                <a:moveTo>
                  <a:pt x="2224024" y="50800"/>
                </a:moveTo>
                <a:lnTo>
                  <a:pt x="2054860" y="127000"/>
                </a:lnTo>
                <a:lnTo>
                  <a:pt x="2004567" y="152400"/>
                </a:lnTo>
                <a:lnTo>
                  <a:pt x="2080894" y="152400"/>
                </a:lnTo>
                <a:lnTo>
                  <a:pt x="2080894" y="292100"/>
                </a:lnTo>
                <a:lnTo>
                  <a:pt x="2224024" y="292100"/>
                </a:lnTo>
                <a:lnTo>
                  <a:pt x="2224024" y="50800"/>
                </a:lnTo>
                <a:close/>
              </a:path>
              <a:path w="2597784" h="6591300">
                <a:moveTo>
                  <a:pt x="2509774" y="0"/>
                </a:moveTo>
                <a:lnTo>
                  <a:pt x="2366772" y="0"/>
                </a:lnTo>
                <a:lnTo>
                  <a:pt x="2366772" y="152400"/>
                </a:lnTo>
                <a:lnTo>
                  <a:pt x="2509774" y="152400"/>
                </a:lnTo>
                <a:lnTo>
                  <a:pt x="2509774" y="0"/>
                </a:lnTo>
                <a:close/>
              </a:path>
            </a:pathLst>
          </a:custGeom>
          <a:solidFill>
            <a:srgbClr val="EF4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15937" y="512826"/>
            <a:ext cx="1274445" cy="508634"/>
          </a:xfrm>
          <a:custGeom>
            <a:avLst/>
            <a:gdLst/>
            <a:ahLst/>
            <a:cxnLst/>
            <a:rect l="l" t="t" r="r" b="b"/>
            <a:pathLst>
              <a:path w="1274445" h="508634">
                <a:moveTo>
                  <a:pt x="83007" y="166243"/>
                </a:moveTo>
                <a:lnTo>
                  <a:pt x="1511" y="166243"/>
                </a:lnTo>
                <a:lnTo>
                  <a:pt x="0" y="167766"/>
                </a:lnTo>
                <a:lnTo>
                  <a:pt x="0" y="502538"/>
                </a:lnTo>
                <a:lnTo>
                  <a:pt x="1511" y="504063"/>
                </a:lnTo>
                <a:lnTo>
                  <a:pt x="66052" y="504063"/>
                </a:lnTo>
                <a:lnTo>
                  <a:pt x="67564" y="502538"/>
                </a:lnTo>
                <a:lnTo>
                  <a:pt x="67564" y="272034"/>
                </a:lnTo>
                <a:lnTo>
                  <a:pt x="138609" y="272034"/>
                </a:lnTo>
                <a:lnTo>
                  <a:pt x="85623" y="169037"/>
                </a:lnTo>
                <a:lnTo>
                  <a:pt x="84747" y="167386"/>
                </a:lnTo>
                <a:lnTo>
                  <a:pt x="83007" y="166243"/>
                </a:lnTo>
                <a:close/>
              </a:path>
              <a:path w="1274445" h="508634">
                <a:moveTo>
                  <a:pt x="355257" y="272034"/>
                </a:moveTo>
                <a:lnTo>
                  <a:pt x="287693" y="272034"/>
                </a:lnTo>
                <a:lnTo>
                  <a:pt x="287693" y="502538"/>
                </a:lnTo>
                <a:lnTo>
                  <a:pt x="289204" y="504063"/>
                </a:lnTo>
                <a:lnTo>
                  <a:pt x="353745" y="504063"/>
                </a:lnTo>
                <a:lnTo>
                  <a:pt x="355257" y="502538"/>
                </a:lnTo>
                <a:lnTo>
                  <a:pt x="355257" y="272034"/>
                </a:lnTo>
                <a:close/>
              </a:path>
              <a:path w="1274445" h="508634">
                <a:moveTo>
                  <a:pt x="138609" y="272034"/>
                </a:moveTo>
                <a:lnTo>
                  <a:pt x="67564" y="272034"/>
                </a:lnTo>
                <a:lnTo>
                  <a:pt x="158292" y="447801"/>
                </a:lnTo>
                <a:lnTo>
                  <a:pt x="196481" y="447801"/>
                </a:lnTo>
                <a:lnTo>
                  <a:pt x="248084" y="348361"/>
                </a:lnTo>
                <a:lnTo>
                  <a:pt x="177876" y="348361"/>
                </a:lnTo>
                <a:lnTo>
                  <a:pt x="138609" y="272034"/>
                </a:lnTo>
                <a:close/>
              </a:path>
              <a:path w="1274445" h="508634">
                <a:moveTo>
                  <a:pt x="353745" y="166243"/>
                </a:moveTo>
                <a:lnTo>
                  <a:pt x="273215" y="166243"/>
                </a:lnTo>
                <a:lnTo>
                  <a:pt x="271487" y="167386"/>
                </a:lnTo>
                <a:lnTo>
                  <a:pt x="270611" y="169037"/>
                </a:lnTo>
                <a:lnTo>
                  <a:pt x="177876" y="348361"/>
                </a:lnTo>
                <a:lnTo>
                  <a:pt x="248084" y="348361"/>
                </a:lnTo>
                <a:lnTo>
                  <a:pt x="287693" y="272034"/>
                </a:lnTo>
                <a:lnTo>
                  <a:pt x="355257" y="272034"/>
                </a:lnTo>
                <a:lnTo>
                  <a:pt x="355257" y="167766"/>
                </a:lnTo>
                <a:lnTo>
                  <a:pt x="353745" y="166243"/>
                </a:lnTo>
                <a:close/>
              </a:path>
              <a:path w="1274445" h="508634">
                <a:moveTo>
                  <a:pt x="1272857" y="166243"/>
                </a:moveTo>
                <a:lnTo>
                  <a:pt x="1123251" y="166243"/>
                </a:lnTo>
                <a:lnTo>
                  <a:pt x="1090745" y="172797"/>
                </a:lnTo>
                <a:lnTo>
                  <a:pt x="1064180" y="190674"/>
                </a:lnTo>
                <a:lnTo>
                  <a:pt x="1046259" y="217195"/>
                </a:lnTo>
                <a:lnTo>
                  <a:pt x="1039685" y="249682"/>
                </a:lnTo>
                <a:lnTo>
                  <a:pt x="1039685" y="420624"/>
                </a:lnTo>
                <a:lnTo>
                  <a:pt x="1046259" y="453110"/>
                </a:lnTo>
                <a:lnTo>
                  <a:pt x="1064180" y="479631"/>
                </a:lnTo>
                <a:lnTo>
                  <a:pt x="1090745" y="497508"/>
                </a:lnTo>
                <a:lnTo>
                  <a:pt x="1123251" y="504063"/>
                </a:lnTo>
                <a:lnTo>
                  <a:pt x="1272857" y="504063"/>
                </a:lnTo>
                <a:lnTo>
                  <a:pt x="1274381" y="502538"/>
                </a:lnTo>
                <a:lnTo>
                  <a:pt x="1274381" y="441960"/>
                </a:lnTo>
                <a:lnTo>
                  <a:pt x="1272857" y="440436"/>
                </a:lnTo>
                <a:lnTo>
                  <a:pt x="1114361" y="440436"/>
                </a:lnTo>
                <a:lnTo>
                  <a:pt x="1107249" y="433324"/>
                </a:lnTo>
                <a:lnTo>
                  <a:pt x="1107249" y="366013"/>
                </a:lnTo>
                <a:lnTo>
                  <a:pt x="1256855" y="366013"/>
                </a:lnTo>
                <a:lnTo>
                  <a:pt x="1258379" y="364489"/>
                </a:lnTo>
                <a:lnTo>
                  <a:pt x="1258379" y="303911"/>
                </a:lnTo>
                <a:lnTo>
                  <a:pt x="1256855" y="302387"/>
                </a:lnTo>
                <a:lnTo>
                  <a:pt x="1107249" y="302387"/>
                </a:lnTo>
                <a:lnTo>
                  <a:pt x="1107249" y="236982"/>
                </a:lnTo>
                <a:lnTo>
                  <a:pt x="1114361" y="229870"/>
                </a:lnTo>
                <a:lnTo>
                  <a:pt x="1272857" y="229870"/>
                </a:lnTo>
                <a:lnTo>
                  <a:pt x="1274381" y="228346"/>
                </a:lnTo>
                <a:lnTo>
                  <a:pt x="1274381" y="167766"/>
                </a:lnTo>
                <a:lnTo>
                  <a:pt x="1272857" y="166243"/>
                </a:lnTo>
                <a:close/>
              </a:path>
              <a:path w="1274445" h="508634">
                <a:moveTo>
                  <a:pt x="60083" y="27304"/>
                </a:moveTo>
                <a:lnTo>
                  <a:pt x="33248" y="27304"/>
                </a:lnTo>
                <a:lnTo>
                  <a:pt x="33248" y="120903"/>
                </a:lnTo>
                <a:lnTo>
                  <a:pt x="33807" y="121538"/>
                </a:lnTo>
                <a:lnTo>
                  <a:pt x="59512" y="121538"/>
                </a:lnTo>
                <a:lnTo>
                  <a:pt x="60083" y="120903"/>
                </a:lnTo>
                <a:lnTo>
                  <a:pt x="60083" y="27304"/>
                </a:lnTo>
                <a:close/>
              </a:path>
              <a:path w="1274445" h="508634">
                <a:moveTo>
                  <a:pt x="92748" y="2032"/>
                </a:moveTo>
                <a:lnTo>
                  <a:pt x="571" y="2032"/>
                </a:lnTo>
                <a:lnTo>
                  <a:pt x="0" y="2539"/>
                </a:lnTo>
                <a:lnTo>
                  <a:pt x="0" y="26670"/>
                </a:lnTo>
                <a:lnTo>
                  <a:pt x="571" y="27304"/>
                </a:lnTo>
                <a:lnTo>
                  <a:pt x="92748" y="27304"/>
                </a:lnTo>
                <a:lnTo>
                  <a:pt x="93319" y="26670"/>
                </a:lnTo>
                <a:lnTo>
                  <a:pt x="93319" y="2539"/>
                </a:lnTo>
                <a:lnTo>
                  <a:pt x="92748" y="2032"/>
                </a:lnTo>
                <a:close/>
              </a:path>
              <a:path w="1274445" h="508634">
                <a:moveTo>
                  <a:pt x="131876" y="2032"/>
                </a:moveTo>
                <a:lnTo>
                  <a:pt x="106172" y="2032"/>
                </a:lnTo>
                <a:lnTo>
                  <a:pt x="105600" y="2539"/>
                </a:lnTo>
                <a:lnTo>
                  <a:pt x="105600" y="120903"/>
                </a:lnTo>
                <a:lnTo>
                  <a:pt x="106172" y="121538"/>
                </a:lnTo>
                <a:lnTo>
                  <a:pt x="131876" y="121538"/>
                </a:lnTo>
                <a:lnTo>
                  <a:pt x="132435" y="120903"/>
                </a:lnTo>
                <a:lnTo>
                  <a:pt x="132435" y="74040"/>
                </a:lnTo>
                <a:lnTo>
                  <a:pt x="207238" y="74040"/>
                </a:lnTo>
                <a:lnTo>
                  <a:pt x="207238" y="48768"/>
                </a:lnTo>
                <a:lnTo>
                  <a:pt x="132435" y="48768"/>
                </a:lnTo>
                <a:lnTo>
                  <a:pt x="132435" y="2539"/>
                </a:lnTo>
                <a:lnTo>
                  <a:pt x="131876" y="2032"/>
                </a:lnTo>
                <a:close/>
              </a:path>
              <a:path w="1274445" h="508634">
                <a:moveTo>
                  <a:pt x="207238" y="74040"/>
                </a:moveTo>
                <a:lnTo>
                  <a:pt x="180403" y="74040"/>
                </a:lnTo>
                <a:lnTo>
                  <a:pt x="180403" y="120903"/>
                </a:lnTo>
                <a:lnTo>
                  <a:pt x="180962" y="121538"/>
                </a:lnTo>
                <a:lnTo>
                  <a:pt x="206667" y="121538"/>
                </a:lnTo>
                <a:lnTo>
                  <a:pt x="207238" y="120903"/>
                </a:lnTo>
                <a:lnTo>
                  <a:pt x="207238" y="74040"/>
                </a:lnTo>
                <a:close/>
              </a:path>
              <a:path w="1274445" h="508634">
                <a:moveTo>
                  <a:pt x="206667" y="2032"/>
                </a:moveTo>
                <a:lnTo>
                  <a:pt x="180962" y="2032"/>
                </a:lnTo>
                <a:lnTo>
                  <a:pt x="180403" y="2539"/>
                </a:lnTo>
                <a:lnTo>
                  <a:pt x="180403" y="48768"/>
                </a:lnTo>
                <a:lnTo>
                  <a:pt x="207238" y="48768"/>
                </a:lnTo>
                <a:lnTo>
                  <a:pt x="207238" y="2539"/>
                </a:lnTo>
                <a:lnTo>
                  <a:pt x="206667" y="2032"/>
                </a:lnTo>
                <a:close/>
              </a:path>
              <a:path w="1274445" h="508634">
                <a:moveTo>
                  <a:pt x="283921" y="0"/>
                </a:moveTo>
                <a:lnTo>
                  <a:pt x="258852" y="4697"/>
                </a:lnTo>
                <a:lnTo>
                  <a:pt x="238817" y="17668"/>
                </a:lnTo>
                <a:lnTo>
                  <a:pt x="225535" y="37236"/>
                </a:lnTo>
                <a:lnTo>
                  <a:pt x="220726" y="61722"/>
                </a:lnTo>
                <a:lnTo>
                  <a:pt x="225535" y="86227"/>
                </a:lnTo>
                <a:lnTo>
                  <a:pt x="238817" y="105838"/>
                </a:lnTo>
                <a:lnTo>
                  <a:pt x="258852" y="118854"/>
                </a:lnTo>
                <a:lnTo>
                  <a:pt x="283921" y="123571"/>
                </a:lnTo>
                <a:lnTo>
                  <a:pt x="308915" y="118854"/>
                </a:lnTo>
                <a:lnTo>
                  <a:pt x="328958" y="105838"/>
                </a:lnTo>
                <a:lnTo>
                  <a:pt x="334426" y="97789"/>
                </a:lnTo>
                <a:lnTo>
                  <a:pt x="283921" y="97789"/>
                </a:lnTo>
                <a:lnTo>
                  <a:pt x="269803" y="95047"/>
                </a:lnTo>
                <a:lnTo>
                  <a:pt x="258494" y="87471"/>
                </a:lnTo>
                <a:lnTo>
                  <a:pt x="250983" y="76037"/>
                </a:lnTo>
                <a:lnTo>
                  <a:pt x="248259" y="61722"/>
                </a:lnTo>
                <a:lnTo>
                  <a:pt x="250983" y="47426"/>
                </a:lnTo>
                <a:lnTo>
                  <a:pt x="258494" y="36036"/>
                </a:lnTo>
                <a:lnTo>
                  <a:pt x="269803" y="28503"/>
                </a:lnTo>
                <a:lnTo>
                  <a:pt x="283921" y="25781"/>
                </a:lnTo>
                <a:lnTo>
                  <a:pt x="334481" y="25781"/>
                </a:lnTo>
                <a:lnTo>
                  <a:pt x="328958" y="17668"/>
                </a:lnTo>
                <a:lnTo>
                  <a:pt x="308915" y="4697"/>
                </a:lnTo>
                <a:lnTo>
                  <a:pt x="283921" y="0"/>
                </a:lnTo>
                <a:close/>
              </a:path>
              <a:path w="1274445" h="508634">
                <a:moveTo>
                  <a:pt x="334481" y="25781"/>
                </a:moveTo>
                <a:lnTo>
                  <a:pt x="283921" y="25781"/>
                </a:lnTo>
                <a:lnTo>
                  <a:pt x="298039" y="28503"/>
                </a:lnTo>
                <a:lnTo>
                  <a:pt x="309348" y="36036"/>
                </a:lnTo>
                <a:lnTo>
                  <a:pt x="316859" y="47426"/>
                </a:lnTo>
                <a:lnTo>
                  <a:pt x="319582" y="61722"/>
                </a:lnTo>
                <a:lnTo>
                  <a:pt x="316859" y="76037"/>
                </a:lnTo>
                <a:lnTo>
                  <a:pt x="309348" y="87471"/>
                </a:lnTo>
                <a:lnTo>
                  <a:pt x="298039" y="95047"/>
                </a:lnTo>
                <a:lnTo>
                  <a:pt x="283921" y="97789"/>
                </a:lnTo>
                <a:lnTo>
                  <a:pt x="334426" y="97789"/>
                </a:lnTo>
                <a:lnTo>
                  <a:pt x="342282" y="86227"/>
                </a:lnTo>
                <a:lnTo>
                  <a:pt x="347116" y="61722"/>
                </a:lnTo>
                <a:lnTo>
                  <a:pt x="342282" y="37236"/>
                </a:lnTo>
                <a:lnTo>
                  <a:pt x="334481" y="25781"/>
                </a:lnTo>
                <a:close/>
              </a:path>
              <a:path w="1274445" h="508634">
                <a:moveTo>
                  <a:pt x="393090" y="2032"/>
                </a:moveTo>
                <a:lnTo>
                  <a:pt x="361010" y="2032"/>
                </a:lnTo>
                <a:lnTo>
                  <a:pt x="360438" y="2539"/>
                </a:lnTo>
                <a:lnTo>
                  <a:pt x="360438" y="120903"/>
                </a:lnTo>
                <a:lnTo>
                  <a:pt x="361010" y="121538"/>
                </a:lnTo>
                <a:lnTo>
                  <a:pt x="386702" y="121538"/>
                </a:lnTo>
                <a:lnTo>
                  <a:pt x="387273" y="120903"/>
                </a:lnTo>
                <a:lnTo>
                  <a:pt x="387273" y="44831"/>
                </a:lnTo>
                <a:lnTo>
                  <a:pt x="416522" y="44831"/>
                </a:lnTo>
                <a:lnTo>
                  <a:pt x="394398" y="3301"/>
                </a:lnTo>
                <a:lnTo>
                  <a:pt x="393953" y="2539"/>
                </a:lnTo>
                <a:lnTo>
                  <a:pt x="393090" y="2032"/>
                </a:lnTo>
                <a:close/>
              </a:path>
              <a:path w="1274445" h="508634">
                <a:moveTo>
                  <a:pt x="489597" y="44831"/>
                </a:moveTo>
                <a:lnTo>
                  <a:pt x="462762" y="44831"/>
                </a:lnTo>
                <a:lnTo>
                  <a:pt x="462762" y="120903"/>
                </a:lnTo>
                <a:lnTo>
                  <a:pt x="463321" y="121538"/>
                </a:lnTo>
                <a:lnTo>
                  <a:pt x="489026" y="121538"/>
                </a:lnTo>
                <a:lnTo>
                  <a:pt x="489597" y="120903"/>
                </a:lnTo>
                <a:lnTo>
                  <a:pt x="489597" y="44831"/>
                </a:lnTo>
                <a:close/>
              </a:path>
              <a:path w="1274445" h="508634">
                <a:moveTo>
                  <a:pt x="416522" y="44831"/>
                </a:moveTo>
                <a:lnTo>
                  <a:pt x="387273" y="44831"/>
                </a:lnTo>
                <a:lnTo>
                  <a:pt x="417398" y="101346"/>
                </a:lnTo>
                <a:lnTo>
                  <a:pt x="432638" y="101346"/>
                </a:lnTo>
                <a:lnTo>
                  <a:pt x="454097" y="61087"/>
                </a:lnTo>
                <a:lnTo>
                  <a:pt x="425183" y="61087"/>
                </a:lnTo>
                <a:lnTo>
                  <a:pt x="416522" y="44831"/>
                </a:lnTo>
                <a:close/>
              </a:path>
              <a:path w="1274445" h="508634">
                <a:moveTo>
                  <a:pt x="489026" y="2032"/>
                </a:moveTo>
                <a:lnTo>
                  <a:pt x="457453" y="2032"/>
                </a:lnTo>
                <a:lnTo>
                  <a:pt x="456590" y="2539"/>
                </a:lnTo>
                <a:lnTo>
                  <a:pt x="456158" y="3301"/>
                </a:lnTo>
                <a:lnTo>
                  <a:pt x="425183" y="61087"/>
                </a:lnTo>
                <a:lnTo>
                  <a:pt x="454097" y="61087"/>
                </a:lnTo>
                <a:lnTo>
                  <a:pt x="462762" y="44831"/>
                </a:lnTo>
                <a:lnTo>
                  <a:pt x="489597" y="44831"/>
                </a:lnTo>
                <a:lnTo>
                  <a:pt x="489597" y="2539"/>
                </a:lnTo>
                <a:lnTo>
                  <a:pt x="489026" y="2032"/>
                </a:lnTo>
                <a:close/>
              </a:path>
              <a:path w="1274445" h="508634">
                <a:moveTo>
                  <a:pt x="633326" y="84962"/>
                </a:moveTo>
                <a:lnTo>
                  <a:pt x="632333" y="84962"/>
                </a:lnTo>
                <a:lnTo>
                  <a:pt x="619493" y="103886"/>
                </a:lnTo>
                <a:lnTo>
                  <a:pt x="619125" y="104394"/>
                </a:lnTo>
                <a:lnTo>
                  <a:pt x="655904" y="122291"/>
                </a:lnTo>
                <a:lnTo>
                  <a:pt x="669582" y="123571"/>
                </a:lnTo>
                <a:lnTo>
                  <a:pt x="688213" y="120904"/>
                </a:lnTo>
                <a:lnTo>
                  <a:pt x="703213" y="113379"/>
                </a:lnTo>
                <a:lnTo>
                  <a:pt x="713214" y="101711"/>
                </a:lnTo>
                <a:lnTo>
                  <a:pt x="713700" y="99695"/>
                </a:lnTo>
                <a:lnTo>
                  <a:pt x="669404" y="99695"/>
                </a:lnTo>
                <a:lnTo>
                  <a:pt x="660055" y="98649"/>
                </a:lnTo>
                <a:lnTo>
                  <a:pt x="650636" y="95710"/>
                </a:lnTo>
                <a:lnTo>
                  <a:pt x="641690" y="91176"/>
                </a:lnTo>
                <a:lnTo>
                  <a:pt x="633755" y="85344"/>
                </a:lnTo>
                <a:lnTo>
                  <a:pt x="633326" y="84962"/>
                </a:lnTo>
                <a:close/>
              </a:path>
              <a:path w="1274445" h="508634">
                <a:moveTo>
                  <a:pt x="574763" y="2032"/>
                </a:moveTo>
                <a:lnTo>
                  <a:pt x="544474" y="2032"/>
                </a:lnTo>
                <a:lnTo>
                  <a:pt x="543534" y="2666"/>
                </a:lnTo>
                <a:lnTo>
                  <a:pt x="499579" y="119761"/>
                </a:lnTo>
                <a:lnTo>
                  <a:pt x="499217" y="120776"/>
                </a:lnTo>
                <a:lnTo>
                  <a:pt x="499349" y="120776"/>
                </a:lnTo>
                <a:lnTo>
                  <a:pt x="499872" y="121538"/>
                </a:lnTo>
                <a:lnTo>
                  <a:pt x="526961" y="121538"/>
                </a:lnTo>
                <a:lnTo>
                  <a:pt x="527913" y="120776"/>
                </a:lnTo>
                <a:lnTo>
                  <a:pt x="535114" y="100584"/>
                </a:lnTo>
                <a:lnTo>
                  <a:pt x="612595" y="100584"/>
                </a:lnTo>
                <a:lnTo>
                  <a:pt x="603352" y="76061"/>
                </a:lnTo>
                <a:lnTo>
                  <a:pt x="603261" y="75819"/>
                </a:lnTo>
                <a:lnTo>
                  <a:pt x="543775" y="75819"/>
                </a:lnTo>
                <a:lnTo>
                  <a:pt x="559358" y="31623"/>
                </a:lnTo>
                <a:lnTo>
                  <a:pt x="586602" y="31623"/>
                </a:lnTo>
                <a:lnTo>
                  <a:pt x="576167" y="3937"/>
                </a:lnTo>
                <a:lnTo>
                  <a:pt x="575703" y="2666"/>
                </a:lnTo>
                <a:lnTo>
                  <a:pt x="574763" y="2032"/>
                </a:lnTo>
                <a:close/>
              </a:path>
              <a:path w="1274445" h="508634">
                <a:moveTo>
                  <a:pt x="612595" y="100584"/>
                </a:moveTo>
                <a:lnTo>
                  <a:pt x="583590" y="100584"/>
                </a:lnTo>
                <a:lnTo>
                  <a:pt x="590804" y="120776"/>
                </a:lnTo>
                <a:lnTo>
                  <a:pt x="591756" y="121538"/>
                </a:lnTo>
                <a:lnTo>
                  <a:pt x="619531" y="121538"/>
                </a:lnTo>
                <a:lnTo>
                  <a:pt x="619966" y="120904"/>
                </a:lnTo>
                <a:lnTo>
                  <a:pt x="620053" y="120776"/>
                </a:lnTo>
                <a:lnTo>
                  <a:pt x="620186" y="120776"/>
                </a:lnTo>
                <a:lnTo>
                  <a:pt x="619823" y="119761"/>
                </a:lnTo>
                <a:lnTo>
                  <a:pt x="612595" y="100584"/>
                </a:lnTo>
                <a:close/>
              </a:path>
              <a:path w="1274445" h="508634">
                <a:moveTo>
                  <a:pt x="669582" y="0"/>
                </a:moveTo>
                <a:lnTo>
                  <a:pt x="650776" y="2538"/>
                </a:lnTo>
                <a:lnTo>
                  <a:pt x="636236" y="9731"/>
                </a:lnTo>
                <a:lnTo>
                  <a:pt x="626857" y="20949"/>
                </a:lnTo>
                <a:lnTo>
                  <a:pt x="623531" y="35560"/>
                </a:lnTo>
                <a:lnTo>
                  <a:pt x="626691" y="49657"/>
                </a:lnTo>
                <a:lnTo>
                  <a:pt x="635433" y="60420"/>
                </a:lnTo>
                <a:lnTo>
                  <a:pt x="648654" y="68278"/>
                </a:lnTo>
                <a:lnTo>
                  <a:pt x="665251" y="73660"/>
                </a:lnTo>
                <a:lnTo>
                  <a:pt x="674342" y="76061"/>
                </a:lnTo>
                <a:lnTo>
                  <a:pt x="682023" y="78866"/>
                </a:lnTo>
                <a:lnTo>
                  <a:pt x="687334" y="82625"/>
                </a:lnTo>
                <a:lnTo>
                  <a:pt x="689317" y="87884"/>
                </a:lnTo>
                <a:lnTo>
                  <a:pt x="689317" y="94996"/>
                </a:lnTo>
                <a:lnTo>
                  <a:pt x="680148" y="99695"/>
                </a:lnTo>
                <a:lnTo>
                  <a:pt x="713700" y="99695"/>
                </a:lnTo>
                <a:lnTo>
                  <a:pt x="698823" y="57864"/>
                </a:lnTo>
                <a:lnTo>
                  <a:pt x="664859" y="46241"/>
                </a:lnTo>
                <a:lnTo>
                  <a:pt x="657871" y="43449"/>
                </a:lnTo>
                <a:lnTo>
                  <a:pt x="652927" y="39633"/>
                </a:lnTo>
                <a:lnTo>
                  <a:pt x="651052" y="34544"/>
                </a:lnTo>
                <a:lnTo>
                  <a:pt x="651052" y="28321"/>
                </a:lnTo>
                <a:lnTo>
                  <a:pt x="658672" y="23875"/>
                </a:lnTo>
                <a:lnTo>
                  <a:pt x="706175" y="23875"/>
                </a:lnTo>
                <a:lnTo>
                  <a:pt x="711593" y="14986"/>
                </a:lnTo>
                <a:lnTo>
                  <a:pt x="682331" y="1039"/>
                </a:lnTo>
                <a:lnTo>
                  <a:pt x="669582" y="0"/>
                </a:lnTo>
                <a:close/>
              </a:path>
              <a:path w="1274445" h="508634">
                <a:moveTo>
                  <a:pt x="586602" y="31623"/>
                </a:moveTo>
                <a:lnTo>
                  <a:pt x="559358" y="31623"/>
                </a:lnTo>
                <a:lnTo>
                  <a:pt x="574941" y="75819"/>
                </a:lnTo>
                <a:lnTo>
                  <a:pt x="603261" y="75819"/>
                </a:lnTo>
                <a:lnTo>
                  <a:pt x="586602" y="31623"/>
                </a:lnTo>
                <a:close/>
              </a:path>
              <a:path w="1274445" h="508634">
                <a:moveTo>
                  <a:pt x="706175" y="23875"/>
                </a:moveTo>
                <a:lnTo>
                  <a:pt x="669404" y="23875"/>
                </a:lnTo>
                <a:lnTo>
                  <a:pt x="677429" y="24624"/>
                </a:lnTo>
                <a:lnTo>
                  <a:pt x="685198" y="26717"/>
                </a:lnTo>
                <a:lnTo>
                  <a:pt x="692283" y="29930"/>
                </a:lnTo>
                <a:lnTo>
                  <a:pt x="698258" y="34036"/>
                </a:lnTo>
                <a:lnTo>
                  <a:pt x="698855" y="34544"/>
                </a:lnTo>
                <a:lnTo>
                  <a:pt x="699731" y="34416"/>
                </a:lnTo>
                <a:lnTo>
                  <a:pt x="700138" y="33782"/>
                </a:lnTo>
                <a:lnTo>
                  <a:pt x="706175" y="23875"/>
                </a:lnTo>
                <a:close/>
              </a:path>
              <a:path w="1274445" h="508634">
                <a:moveTo>
                  <a:pt x="901001" y="166243"/>
                </a:moveTo>
                <a:lnTo>
                  <a:pt x="752144" y="166243"/>
                </a:lnTo>
                <a:lnTo>
                  <a:pt x="750633" y="167766"/>
                </a:lnTo>
                <a:lnTo>
                  <a:pt x="750633" y="502538"/>
                </a:lnTo>
                <a:lnTo>
                  <a:pt x="752144" y="504063"/>
                </a:lnTo>
                <a:lnTo>
                  <a:pt x="816673" y="504063"/>
                </a:lnTo>
                <a:lnTo>
                  <a:pt x="818197" y="502538"/>
                </a:lnTo>
                <a:lnTo>
                  <a:pt x="818197" y="393953"/>
                </a:lnTo>
                <a:lnTo>
                  <a:pt x="957718" y="393953"/>
                </a:lnTo>
                <a:lnTo>
                  <a:pt x="951166" y="383413"/>
                </a:lnTo>
                <a:lnTo>
                  <a:pt x="978237" y="365896"/>
                </a:lnTo>
                <a:lnTo>
                  <a:pt x="999236" y="341582"/>
                </a:lnTo>
                <a:lnTo>
                  <a:pt x="1004355" y="330326"/>
                </a:lnTo>
                <a:lnTo>
                  <a:pt x="818197" y="330326"/>
                </a:lnTo>
                <a:lnTo>
                  <a:pt x="818197" y="229870"/>
                </a:lnTo>
                <a:lnTo>
                  <a:pt x="1004238" y="229870"/>
                </a:lnTo>
                <a:lnTo>
                  <a:pt x="982344" y="198897"/>
                </a:lnTo>
                <a:lnTo>
                  <a:pt x="945518" y="174980"/>
                </a:lnTo>
                <a:lnTo>
                  <a:pt x="901001" y="166243"/>
                </a:lnTo>
                <a:close/>
              </a:path>
              <a:path w="1274445" h="508634">
                <a:moveTo>
                  <a:pt x="957718" y="393953"/>
                </a:moveTo>
                <a:lnTo>
                  <a:pt x="818197" y="393953"/>
                </a:lnTo>
                <a:lnTo>
                  <a:pt x="884237" y="394208"/>
                </a:lnTo>
                <a:lnTo>
                  <a:pt x="951039" y="501650"/>
                </a:lnTo>
                <a:lnTo>
                  <a:pt x="951928" y="503174"/>
                </a:lnTo>
                <a:lnTo>
                  <a:pt x="953579" y="504063"/>
                </a:lnTo>
                <a:lnTo>
                  <a:pt x="1022667" y="504063"/>
                </a:lnTo>
                <a:lnTo>
                  <a:pt x="1024318" y="501141"/>
                </a:lnTo>
                <a:lnTo>
                  <a:pt x="1022921" y="498856"/>
                </a:lnTo>
                <a:lnTo>
                  <a:pt x="957718" y="393953"/>
                </a:lnTo>
                <a:close/>
              </a:path>
              <a:path w="1274445" h="508634">
                <a:moveTo>
                  <a:pt x="1004238" y="229870"/>
                </a:moveTo>
                <a:lnTo>
                  <a:pt x="903414" y="229870"/>
                </a:lnTo>
                <a:lnTo>
                  <a:pt x="922932" y="233816"/>
                </a:lnTo>
                <a:lnTo>
                  <a:pt x="938879" y="244586"/>
                </a:lnTo>
                <a:lnTo>
                  <a:pt x="949634" y="260570"/>
                </a:lnTo>
                <a:lnTo>
                  <a:pt x="953579" y="280162"/>
                </a:lnTo>
                <a:lnTo>
                  <a:pt x="949634" y="299680"/>
                </a:lnTo>
                <a:lnTo>
                  <a:pt x="938879" y="315626"/>
                </a:lnTo>
                <a:lnTo>
                  <a:pt x="922932" y="326382"/>
                </a:lnTo>
                <a:lnTo>
                  <a:pt x="903414" y="330326"/>
                </a:lnTo>
                <a:lnTo>
                  <a:pt x="1004355" y="330326"/>
                </a:lnTo>
                <a:lnTo>
                  <a:pt x="1012709" y="311957"/>
                </a:lnTo>
                <a:lnTo>
                  <a:pt x="1017206" y="278511"/>
                </a:lnTo>
                <a:lnTo>
                  <a:pt x="1007550" y="234555"/>
                </a:lnTo>
                <a:lnTo>
                  <a:pt x="1004238" y="229870"/>
                </a:lnTo>
                <a:close/>
              </a:path>
              <a:path w="1274445" h="508634">
                <a:moveTo>
                  <a:pt x="552945" y="161798"/>
                </a:moveTo>
                <a:lnTo>
                  <a:pt x="506858" y="167989"/>
                </a:lnTo>
                <a:lnTo>
                  <a:pt x="465444" y="185462"/>
                </a:lnTo>
                <a:lnTo>
                  <a:pt x="430356" y="212566"/>
                </a:lnTo>
                <a:lnTo>
                  <a:pt x="403248" y="247650"/>
                </a:lnTo>
                <a:lnTo>
                  <a:pt x="385770" y="289062"/>
                </a:lnTo>
                <a:lnTo>
                  <a:pt x="379577" y="335152"/>
                </a:lnTo>
                <a:lnTo>
                  <a:pt x="379586" y="343408"/>
                </a:lnTo>
                <a:lnTo>
                  <a:pt x="380166" y="351409"/>
                </a:lnTo>
                <a:lnTo>
                  <a:pt x="381228" y="359028"/>
                </a:lnTo>
                <a:lnTo>
                  <a:pt x="445985" y="359028"/>
                </a:lnTo>
                <a:lnTo>
                  <a:pt x="444271" y="351409"/>
                </a:lnTo>
                <a:lnTo>
                  <a:pt x="443344" y="343408"/>
                </a:lnTo>
                <a:lnTo>
                  <a:pt x="443344" y="335152"/>
                </a:lnTo>
                <a:lnTo>
                  <a:pt x="451957" y="292524"/>
                </a:lnTo>
                <a:lnTo>
                  <a:pt x="475446" y="257682"/>
                </a:lnTo>
                <a:lnTo>
                  <a:pt x="510284" y="234176"/>
                </a:lnTo>
                <a:lnTo>
                  <a:pt x="552945" y="225551"/>
                </a:lnTo>
                <a:lnTo>
                  <a:pt x="685560" y="225551"/>
                </a:lnTo>
                <a:lnTo>
                  <a:pt x="675527" y="212566"/>
                </a:lnTo>
                <a:lnTo>
                  <a:pt x="640442" y="185462"/>
                </a:lnTo>
                <a:lnTo>
                  <a:pt x="599031" y="167989"/>
                </a:lnTo>
                <a:lnTo>
                  <a:pt x="552945" y="161798"/>
                </a:lnTo>
                <a:close/>
              </a:path>
              <a:path w="1274445" h="508634">
                <a:moveTo>
                  <a:pt x="685560" y="225551"/>
                </a:moveTo>
                <a:lnTo>
                  <a:pt x="552945" y="225551"/>
                </a:lnTo>
                <a:lnTo>
                  <a:pt x="595605" y="234176"/>
                </a:lnTo>
                <a:lnTo>
                  <a:pt x="630443" y="257682"/>
                </a:lnTo>
                <a:lnTo>
                  <a:pt x="653932" y="292524"/>
                </a:lnTo>
                <a:lnTo>
                  <a:pt x="662546" y="335152"/>
                </a:lnTo>
                <a:lnTo>
                  <a:pt x="662546" y="343408"/>
                </a:lnTo>
                <a:lnTo>
                  <a:pt x="661606" y="351409"/>
                </a:lnTo>
                <a:lnTo>
                  <a:pt x="659904" y="359028"/>
                </a:lnTo>
                <a:lnTo>
                  <a:pt x="724662" y="359028"/>
                </a:lnTo>
                <a:lnTo>
                  <a:pt x="725711" y="351409"/>
                </a:lnTo>
                <a:lnTo>
                  <a:pt x="726291" y="343408"/>
                </a:lnTo>
                <a:lnTo>
                  <a:pt x="726300" y="335152"/>
                </a:lnTo>
                <a:lnTo>
                  <a:pt x="720108" y="289062"/>
                </a:lnTo>
                <a:lnTo>
                  <a:pt x="702633" y="247650"/>
                </a:lnTo>
                <a:lnTo>
                  <a:pt x="685560" y="225551"/>
                </a:lnTo>
                <a:close/>
              </a:path>
              <a:path w="1274445" h="508634">
                <a:moveTo>
                  <a:pt x="710844" y="406781"/>
                </a:moveTo>
                <a:lnTo>
                  <a:pt x="395046" y="406781"/>
                </a:lnTo>
                <a:lnTo>
                  <a:pt x="421350" y="448018"/>
                </a:lnTo>
                <a:lnTo>
                  <a:pt x="457898" y="480171"/>
                </a:lnTo>
                <a:lnTo>
                  <a:pt x="502495" y="501060"/>
                </a:lnTo>
                <a:lnTo>
                  <a:pt x="552945" y="508508"/>
                </a:lnTo>
                <a:lnTo>
                  <a:pt x="603389" y="501060"/>
                </a:lnTo>
                <a:lnTo>
                  <a:pt x="647987" y="480171"/>
                </a:lnTo>
                <a:lnTo>
                  <a:pt x="684538" y="448018"/>
                </a:lnTo>
                <a:lnTo>
                  <a:pt x="710844" y="4067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3242" y="453339"/>
            <a:ext cx="810069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4766" y="1464056"/>
            <a:ext cx="9591040" cy="4461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94769" y="6513817"/>
            <a:ext cx="2343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www.w3schools.com/datascience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27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80"/>
              </a:spcBef>
            </a:pPr>
            <a:r>
              <a:rPr sz="5400" b="0" spc="9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5400" b="0" spc="-4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50" dirty="0">
                <a:solidFill>
                  <a:srgbClr val="FFFFFF"/>
                </a:solidFill>
                <a:latin typeface="Verdana"/>
                <a:cs typeface="Verdana"/>
              </a:rPr>
              <a:t>Science</a:t>
            </a:r>
            <a:r>
              <a:rPr sz="5400" b="0" spc="-3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-70" dirty="0">
                <a:solidFill>
                  <a:srgbClr val="FFFFFF"/>
                </a:solidFill>
                <a:latin typeface="Verdana"/>
                <a:cs typeface="Verdana"/>
              </a:rPr>
              <a:t>Fundamentals</a:t>
            </a:r>
            <a:endParaRPr sz="5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800" spc="-35" dirty="0">
                <a:solidFill>
                  <a:srgbClr val="FFFFFF"/>
                </a:solidFill>
              </a:rPr>
              <a:t>Decision</a:t>
            </a:r>
            <a:r>
              <a:rPr sz="2800" spc="-13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Trees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4183379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Before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240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80" dirty="0">
                <a:solidFill>
                  <a:srgbClr val="FFFFFF"/>
                </a:solidFill>
                <a:latin typeface="Verdana"/>
                <a:cs typeface="Verdana"/>
              </a:rPr>
              <a:t>get</a:t>
            </a:r>
            <a:r>
              <a:rPr sz="240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05" dirty="0">
                <a:solidFill>
                  <a:srgbClr val="FFFFFF"/>
                </a:solidFill>
                <a:latin typeface="Verdana"/>
                <a:cs typeface="Verdana"/>
              </a:rPr>
              <a:t>started…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85" dirty="0">
                <a:solidFill>
                  <a:srgbClr val="FFFFFF"/>
                </a:solidFill>
                <a:latin typeface="Verdana"/>
                <a:cs typeface="Verdana"/>
              </a:rPr>
              <a:t>Practicalities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Learning</a:t>
            </a:r>
            <a:r>
              <a:rPr spc="-135" dirty="0"/>
              <a:t> </a:t>
            </a:r>
            <a:r>
              <a:rPr spc="-4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22552"/>
            <a:ext cx="10949940" cy="29387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9085" marR="104775" indent="-287020">
              <a:lnSpc>
                <a:spcPts val="2270"/>
              </a:lnSpc>
              <a:spcBef>
                <a:spcPts val="38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You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understand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apply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different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types</a:t>
            </a:r>
            <a:r>
              <a:rPr sz="2100" spc="-2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of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regression,</a:t>
            </a:r>
            <a:r>
              <a:rPr sz="2100" spc="-5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know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when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how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to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use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them,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can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execute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them</a:t>
            </a:r>
            <a:r>
              <a:rPr sz="2100" spc="-1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2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put</a:t>
            </a:r>
            <a:r>
              <a:rPr sz="2100" spc="-2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them</a:t>
            </a:r>
            <a:r>
              <a:rPr sz="2100" spc="-1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in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to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practice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as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well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as</a:t>
            </a:r>
            <a:r>
              <a:rPr sz="2100" spc="-1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interpret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the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results.</a:t>
            </a: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985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You</a:t>
            </a:r>
            <a:r>
              <a:rPr sz="2100" spc="-5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recognize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overfitting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in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regression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models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3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learn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techniques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to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prevent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overfitting.</a:t>
            </a:r>
            <a:endParaRPr sz="2100">
              <a:latin typeface="Arial MT"/>
              <a:cs typeface="Arial MT"/>
            </a:endParaRPr>
          </a:p>
          <a:p>
            <a:pPr marL="299085" marR="5080" indent="-287020">
              <a:lnSpc>
                <a:spcPts val="2270"/>
              </a:lnSpc>
              <a:spcBef>
                <a:spcPts val="230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latin typeface="Arial MT"/>
                <a:cs typeface="Arial MT"/>
              </a:rPr>
              <a:t>You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learn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about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different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clustering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techniques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understand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when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how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use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them </a:t>
            </a:r>
            <a:r>
              <a:rPr sz="2100" dirty="0">
                <a:latin typeface="Arial MT"/>
                <a:cs typeface="Arial MT"/>
              </a:rPr>
              <a:t>for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grouping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ts val="2395"/>
              </a:lnSpc>
              <a:spcBef>
                <a:spcPts val="198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latin typeface="Arial MT"/>
                <a:cs typeface="Arial MT"/>
              </a:rPr>
              <a:t>You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gain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understanding</a:t>
            </a:r>
            <a:r>
              <a:rPr sz="2100" spc="-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dimensionality</a:t>
            </a:r>
            <a:r>
              <a:rPr sz="2100" spc="-7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reduction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techniques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learn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how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apply</a:t>
            </a:r>
            <a:endParaRPr sz="2100">
              <a:latin typeface="Arial MT"/>
              <a:cs typeface="Arial MT"/>
            </a:endParaRPr>
          </a:p>
          <a:p>
            <a:pPr marL="299085">
              <a:lnSpc>
                <a:spcPts val="2395"/>
              </a:lnSpc>
            </a:pPr>
            <a:r>
              <a:rPr sz="2100" dirty="0">
                <a:latin typeface="Arial MT"/>
                <a:cs typeface="Arial MT"/>
              </a:rPr>
              <a:t>them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compress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visualize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43287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Course</a:t>
            </a:r>
            <a:r>
              <a:rPr spc="-300" dirty="0"/>
              <a:t> </a:t>
            </a:r>
            <a:r>
              <a:rPr spc="-95" dirty="0"/>
              <a:t>material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22552"/>
            <a:ext cx="5555615" cy="369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Canvas</a:t>
            </a:r>
            <a:endParaRPr sz="2100">
              <a:latin typeface="Arial"/>
              <a:cs typeface="Arial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Slides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&amp; exercises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from</a:t>
            </a:r>
            <a:r>
              <a:rPr sz="2100" spc="-10" dirty="0">
                <a:latin typeface="Arial MT"/>
                <a:cs typeface="Arial MT"/>
              </a:rPr>
              <a:t> classes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Online</a:t>
            </a:r>
            <a:endParaRPr sz="2100">
              <a:latin typeface="Arial"/>
              <a:cs typeface="Arial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spc="-10" dirty="0">
                <a:latin typeface="Arial MT"/>
                <a:cs typeface="Arial MT"/>
              </a:rPr>
              <a:t>https:/</a:t>
            </a:r>
            <a:r>
              <a:rPr sz="2100" spc="-10" dirty="0">
                <a:latin typeface="Arial MT"/>
                <a:cs typeface="Arial MT"/>
                <a:hlinkClick r:id="rId2"/>
              </a:rPr>
              <a:t>/www.w3schools.com/datascience/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Software</a:t>
            </a:r>
            <a:endParaRPr sz="2100">
              <a:latin typeface="Arial"/>
              <a:cs typeface="Arial"/>
            </a:endParaRPr>
          </a:p>
          <a:p>
            <a:pPr marL="715010" marR="375285" lvl="1" indent="-342900">
              <a:lnSpc>
                <a:spcPts val="2270"/>
              </a:lnSpc>
              <a:spcBef>
                <a:spcPts val="202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JupyterLab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(or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work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Anaconda/VS </a:t>
            </a:r>
            <a:r>
              <a:rPr sz="2100" dirty="0">
                <a:latin typeface="Arial MT"/>
                <a:cs typeface="Arial MT"/>
              </a:rPr>
              <a:t>Code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if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10" dirty="0">
                <a:latin typeface="Arial MT"/>
                <a:cs typeface="Arial MT"/>
              </a:rPr>
              <a:t> prefer)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1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The</a:t>
            </a:r>
            <a:r>
              <a:rPr sz="2100" b="1" spc="-5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Internet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0766" y="1933067"/>
            <a:ext cx="5154675" cy="29825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Course</a:t>
            </a:r>
            <a:r>
              <a:rPr spc="-300" dirty="0"/>
              <a:t> </a:t>
            </a:r>
            <a:r>
              <a:rPr spc="-30" dirty="0"/>
              <a:t>breakdown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90548"/>
            <a:ext cx="9066530" cy="26777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350"/>
              </a:spcBef>
              <a:buClr>
                <a:srgbClr val="F96331"/>
              </a:buClr>
              <a:buFont typeface="Arial MT"/>
              <a:buChar char="•"/>
              <a:tabLst>
                <a:tab pos="299085" algn="l"/>
              </a:tabLst>
            </a:pPr>
            <a:r>
              <a:rPr sz="2100" b="1" dirty="0">
                <a:latin typeface="Arial"/>
                <a:cs typeface="Arial"/>
              </a:rPr>
              <a:t>Course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Structure:</a:t>
            </a:r>
            <a:endParaRPr sz="2100">
              <a:latin typeface="Arial"/>
              <a:cs typeface="Arial"/>
            </a:endParaRPr>
          </a:p>
          <a:p>
            <a:pPr marL="658495" lvl="1" indent="-286385">
              <a:lnSpc>
                <a:spcPct val="100000"/>
              </a:lnSpc>
              <a:spcBef>
                <a:spcPts val="254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Lectures: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3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hours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per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week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(theory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exercises)</a:t>
            </a:r>
            <a:endParaRPr sz="2100">
              <a:latin typeface="Arial MT"/>
              <a:cs typeface="Arial MT"/>
            </a:endParaRPr>
          </a:p>
          <a:p>
            <a:pPr marL="658495" lvl="1" indent="-286385">
              <a:lnSpc>
                <a:spcPct val="100000"/>
              </a:lnSpc>
              <a:spcBef>
                <a:spcPts val="740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Attendance: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Mostly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compulsory,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but</a:t>
            </a:r>
            <a:r>
              <a:rPr sz="2100" spc="-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strongly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recommended.</a:t>
            </a:r>
            <a:endParaRPr sz="21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105"/>
              </a:spcBef>
              <a:buClr>
                <a:srgbClr val="F96331"/>
              </a:buClr>
              <a:buFont typeface="Arial MT"/>
              <a:buChar char="•"/>
            </a:pP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lr>
                <a:srgbClr val="F96331"/>
              </a:buClr>
              <a:buFont typeface="Arial MT"/>
              <a:buChar char="•"/>
              <a:tabLst>
                <a:tab pos="299085" algn="l"/>
              </a:tabLst>
            </a:pPr>
            <a:r>
              <a:rPr sz="2100" b="1" dirty="0">
                <a:latin typeface="Arial"/>
                <a:cs typeface="Arial"/>
              </a:rPr>
              <a:t>Examination</a:t>
            </a:r>
            <a:r>
              <a:rPr sz="2100" b="1" spc="-12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Breakdown:</a:t>
            </a:r>
            <a:endParaRPr sz="2100">
              <a:latin typeface="Arial"/>
              <a:cs typeface="Arial"/>
            </a:endParaRPr>
          </a:p>
          <a:p>
            <a:pPr marL="658495" lvl="1" indent="-286385">
              <a:lnSpc>
                <a:spcPct val="100000"/>
              </a:lnSpc>
              <a:spcBef>
                <a:spcPts val="250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30%: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Continuous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assessment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(mandatory</a:t>
            </a:r>
            <a:r>
              <a:rPr sz="2100" spc="-10" dirty="0">
                <a:latin typeface="Arial MT"/>
                <a:cs typeface="Arial MT"/>
              </a:rPr>
              <a:t> excercises)</a:t>
            </a:r>
            <a:endParaRPr sz="2100">
              <a:latin typeface="Arial MT"/>
              <a:cs typeface="Arial MT"/>
            </a:endParaRPr>
          </a:p>
          <a:p>
            <a:pPr marL="658495" lvl="1" indent="-286385">
              <a:lnSpc>
                <a:spcPct val="100000"/>
              </a:lnSpc>
              <a:spcBef>
                <a:spcPts val="745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70%: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Final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exam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(oral,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mostly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theoretical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some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practical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elements)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5360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15" dirty="0"/>
              <a:t>Is</a:t>
            </a:r>
            <a:r>
              <a:rPr spc="-70" dirty="0"/>
              <a:t> </a:t>
            </a:r>
            <a:r>
              <a:rPr spc="-395" dirty="0"/>
              <a:t>it</a:t>
            </a:r>
            <a:r>
              <a:rPr spc="-70" dirty="0"/>
              <a:t> </a:t>
            </a:r>
            <a:r>
              <a:rPr spc="-210" dirty="0"/>
              <a:t>difficult</a:t>
            </a:r>
            <a:r>
              <a:rPr spc="-114" dirty="0"/>
              <a:t> </a:t>
            </a:r>
            <a:r>
              <a:rPr spc="-160" dirty="0"/>
              <a:t>to</a:t>
            </a:r>
            <a:r>
              <a:rPr spc="-105" dirty="0"/>
              <a:t> </a:t>
            </a:r>
            <a:r>
              <a:rPr spc="-25" dirty="0"/>
              <a:t>pass?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2258314"/>
            <a:ext cx="5083175" cy="226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It’s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perfectly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doable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b="1" dirty="0">
                <a:latin typeface="Arial"/>
                <a:cs typeface="Arial"/>
              </a:rPr>
              <a:t>if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you</a:t>
            </a:r>
            <a:r>
              <a:rPr sz="2100" b="1" spc="1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put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in</a:t>
            </a:r>
            <a:r>
              <a:rPr sz="2100" b="1" spc="-2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the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b="1" spc="-20" dirty="0">
                <a:latin typeface="Arial"/>
                <a:cs typeface="Arial"/>
              </a:rPr>
              <a:t>work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Come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class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Participate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10" dirty="0">
                <a:latin typeface="Arial MT"/>
                <a:cs typeface="Arial MT"/>
              </a:rPr>
              <a:t> lessons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Make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exercises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8111" y="1740738"/>
            <a:ext cx="4743450" cy="39814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How</a:t>
            </a:r>
            <a:r>
              <a:rPr spc="-85" dirty="0"/>
              <a:t> </a:t>
            </a:r>
            <a:r>
              <a:rPr spc="-160" dirty="0"/>
              <a:t>to</a:t>
            </a:r>
            <a:r>
              <a:rPr spc="-70" dirty="0"/>
              <a:t> </a:t>
            </a:r>
            <a:r>
              <a:rPr spc="135" dirty="0"/>
              <a:t>be</a:t>
            </a:r>
            <a:r>
              <a:rPr spc="-85" dirty="0"/>
              <a:t> </a:t>
            </a:r>
            <a:r>
              <a:rPr dirty="0"/>
              <a:t>an</a:t>
            </a:r>
            <a:r>
              <a:rPr spc="-80" dirty="0"/>
              <a:t> </a:t>
            </a:r>
            <a:r>
              <a:rPr dirty="0"/>
              <a:t>ideal</a:t>
            </a:r>
            <a:r>
              <a:rPr spc="-100" dirty="0"/>
              <a:t> </a:t>
            </a:r>
            <a:r>
              <a:rPr spc="-155" dirty="0"/>
              <a:t>student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464056"/>
            <a:ext cx="8574405" cy="337629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Attend</a:t>
            </a:r>
            <a:r>
              <a:rPr sz="2100" b="1" spc="-1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classes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even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when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party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hardy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Show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respect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towards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instructor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fellow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students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Be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punctual</a:t>
            </a:r>
            <a:r>
              <a:rPr sz="2100" b="1" spc="-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you'll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find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door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closed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Meet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deadlines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late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submissions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will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earn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solid</a:t>
            </a:r>
            <a:r>
              <a:rPr sz="2100" spc="-20" dirty="0">
                <a:latin typeface="Arial MT"/>
                <a:cs typeface="Arial MT"/>
              </a:rPr>
              <a:t> zero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Have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question?</a:t>
            </a:r>
            <a:r>
              <a:rPr sz="2100" b="1" spc="1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just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ask!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don't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bite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Know</a:t>
            </a:r>
            <a:r>
              <a:rPr sz="2100" b="1" spc="-1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it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all?</a:t>
            </a:r>
            <a:r>
              <a:rPr sz="2100" b="1" spc="-1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help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classmates,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might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repay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pizza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Do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your</a:t>
            </a:r>
            <a:r>
              <a:rPr sz="2100" b="1" spc="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own</a:t>
            </a:r>
            <a:r>
              <a:rPr sz="2100" b="1" spc="-5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work!</a:t>
            </a:r>
            <a:r>
              <a:rPr sz="2100" b="1" spc="-4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shortcuts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will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lead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short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academic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career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;)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765" y="1700098"/>
            <a:ext cx="11516360" cy="4334510"/>
            <a:chOff x="409765" y="1700098"/>
            <a:chExt cx="11516360" cy="4334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471" y="1700098"/>
              <a:ext cx="11459254" cy="43344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7865" y="4152138"/>
              <a:ext cx="5471160" cy="457200"/>
            </a:xfrm>
            <a:custGeom>
              <a:avLst/>
              <a:gdLst/>
              <a:ahLst/>
              <a:cxnLst/>
              <a:rect l="l" t="t" r="r" b="b"/>
              <a:pathLst>
                <a:path w="5471160" h="457200">
                  <a:moveTo>
                    <a:pt x="0" y="33019"/>
                  </a:moveTo>
                  <a:lnTo>
                    <a:pt x="2594" y="20145"/>
                  </a:lnTo>
                  <a:lnTo>
                    <a:pt x="9669" y="9652"/>
                  </a:lnTo>
                  <a:lnTo>
                    <a:pt x="20161" y="2587"/>
                  </a:lnTo>
                  <a:lnTo>
                    <a:pt x="33007" y="0"/>
                  </a:lnTo>
                  <a:lnTo>
                    <a:pt x="5437695" y="0"/>
                  </a:lnTo>
                  <a:lnTo>
                    <a:pt x="5450570" y="2587"/>
                  </a:lnTo>
                  <a:lnTo>
                    <a:pt x="5461063" y="9652"/>
                  </a:lnTo>
                  <a:lnTo>
                    <a:pt x="5468127" y="20145"/>
                  </a:lnTo>
                  <a:lnTo>
                    <a:pt x="5470715" y="33019"/>
                  </a:lnTo>
                  <a:lnTo>
                    <a:pt x="5470715" y="424180"/>
                  </a:lnTo>
                  <a:lnTo>
                    <a:pt x="5468127" y="437054"/>
                  </a:lnTo>
                  <a:lnTo>
                    <a:pt x="5461063" y="447547"/>
                  </a:lnTo>
                  <a:lnTo>
                    <a:pt x="5450570" y="454612"/>
                  </a:lnTo>
                  <a:lnTo>
                    <a:pt x="5437695" y="457200"/>
                  </a:lnTo>
                  <a:lnTo>
                    <a:pt x="33007" y="457200"/>
                  </a:lnTo>
                  <a:lnTo>
                    <a:pt x="20161" y="454612"/>
                  </a:lnTo>
                  <a:lnTo>
                    <a:pt x="9669" y="447547"/>
                  </a:lnTo>
                  <a:lnTo>
                    <a:pt x="2594" y="437054"/>
                  </a:lnTo>
                  <a:lnTo>
                    <a:pt x="0" y="424180"/>
                  </a:lnTo>
                  <a:lnTo>
                    <a:pt x="0" y="33019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Syllabus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936363" y="6249415"/>
            <a:ext cx="1966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(subject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change)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4677410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85" dirty="0">
                <a:solidFill>
                  <a:srgbClr val="FFFFFF"/>
                </a:solidFill>
                <a:latin typeface="Verdana"/>
                <a:cs typeface="Verdana"/>
              </a:rPr>
              <a:t>Now</a:t>
            </a:r>
            <a:r>
              <a:rPr sz="2400" i="1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80" dirty="0">
                <a:solidFill>
                  <a:srgbClr val="FFFFFF"/>
                </a:solidFill>
                <a:latin typeface="Verdana"/>
                <a:cs typeface="Verdana"/>
              </a:rPr>
              <a:t>get</a:t>
            </a:r>
            <a:r>
              <a:rPr sz="240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54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4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400" i="1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300" dirty="0">
                <a:solidFill>
                  <a:srgbClr val="FFFFFF"/>
                </a:solidFill>
                <a:latin typeface="Verdana"/>
                <a:cs typeface="Verdana"/>
              </a:rPr>
              <a:t>fun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0" dirty="0">
                <a:solidFill>
                  <a:srgbClr val="FFFFFF"/>
                </a:solidFill>
                <a:latin typeface="Verdana"/>
                <a:cs typeface="Verdana"/>
              </a:rPr>
              <a:t>part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85" dirty="0">
                <a:solidFill>
                  <a:srgbClr val="FFFFFF"/>
                </a:solidFill>
                <a:latin typeface="Verdana"/>
                <a:cs typeface="Verdana"/>
              </a:rPr>
              <a:t>Decision</a:t>
            </a:r>
            <a:r>
              <a:rPr sz="5400" b="0" spc="-4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-385" dirty="0">
                <a:solidFill>
                  <a:srgbClr val="FFFFFF"/>
                </a:solidFill>
                <a:latin typeface="Verdana"/>
                <a:cs typeface="Verdana"/>
              </a:rPr>
              <a:t>Trees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86180" y="1061790"/>
            <a:ext cx="5596862" cy="46010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Decision</a:t>
            </a:r>
            <a:r>
              <a:rPr spc="-195" dirty="0"/>
              <a:t> </a:t>
            </a:r>
            <a:r>
              <a:rPr spc="-155" dirty="0"/>
              <a:t>trees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94766" y="1741423"/>
            <a:ext cx="5335270" cy="428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Basically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flowchart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Mimics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human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decision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making</a:t>
            </a:r>
            <a:endParaRPr sz="2400">
              <a:latin typeface="Arial MT"/>
              <a:cs typeface="Arial MT"/>
            </a:endParaRPr>
          </a:p>
          <a:p>
            <a:pPr marL="354965" marR="963930" indent="-342900">
              <a:lnSpc>
                <a:spcPct val="140000"/>
              </a:lnSpc>
              <a:spcBef>
                <a:spcPts val="60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Sever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‘splits’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spc="-10" dirty="0">
                <a:latin typeface="Arial MT"/>
                <a:cs typeface="Arial MT"/>
              </a:rPr>
              <a:t>question</a:t>
            </a:r>
            <a:endParaRPr sz="2400">
              <a:latin typeface="Arial MT"/>
              <a:cs typeface="Arial MT"/>
            </a:endParaRPr>
          </a:p>
          <a:p>
            <a:pPr marL="354965" marR="5080" indent="-342900">
              <a:lnSpc>
                <a:spcPct val="140000"/>
              </a:lnSpc>
              <a:spcBef>
                <a:spcPts val="60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answer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further questions</a:t>
            </a:r>
            <a:endParaRPr sz="2400">
              <a:latin typeface="Arial MT"/>
              <a:cs typeface="Arial MT"/>
            </a:endParaRPr>
          </a:p>
          <a:p>
            <a:pPr marL="354965" marR="154940" indent="-342900">
              <a:lnSpc>
                <a:spcPct val="140100"/>
              </a:lnSpc>
              <a:spcBef>
                <a:spcPts val="60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Keep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your </a:t>
            </a:r>
            <a:r>
              <a:rPr sz="2400" spc="-10" dirty="0">
                <a:latin typeface="Arial MT"/>
                <a:cs typeface="Arial MT"/>
              </a:rPr>
              <a:t>answer!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Terminology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1649" y="1545452"/>
            <a:ext cx="6911558" cy="435378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0" dirty="0"/>
              <a:t>Inner</a:t>
            </a:r>
            <a:r>
              <a:rPr spc="-90" dirty="0"/>
              <a:t> </a:t>
            </a:r>
            <a:r>
              <a:rPr spc="-180" dirty="0"/>
              <a:t>workings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86463"/>
            <a:ext cx="9669780" cy="431165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split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one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two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variables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Split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maximize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gain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94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split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must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deliver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gain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9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keep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asking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hold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things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mind: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94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split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condition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determined?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243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stop?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2450"/>
              </a:spcBef>
              <a:buClr>
                <a:srgbClr val="F96331"/>
              </a:buClr>
              <a:buFont typeface="Arial MT"/>
              <a:buChar char="•"/>
              <a:tabLst>
                <a:tab pos="715010" algn="l"/>
              </a:tabLst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see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lecture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Regularization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Overfitting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5517" y="1575561"/>
            <a:ext cx="830199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367155" marR="5080" indent="-1355090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Arial"/>
                <a:cs typeface="Arial"/>
              </a:rPr>
              <a:t>We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don’t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have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worry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about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this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since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it’s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classification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python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will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take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care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this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right?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7516" y="3190532"/>
            <a:ext cx="2900553" cy="28764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33420" y="4367276"/>
            <a:ext cx="2524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Actually,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do…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Recognize</a:t>
            </a:r>
            <a:r>
              <a:rPr spc="-275" dirty="0"/>
              <a:t> </a:t>
            </a:r>
            <a:r>
              <a:rPr spc="-195" dirty="0"/>
              <a:t>overfitting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86463"/>
            <a:ext cx="9456420" cy="221996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Overfitting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occurs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all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science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classification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Logistic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regression,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though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(mostly)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glossed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too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many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questions/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wrong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questions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Compare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testing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accuracy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training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accuracy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4878" y="4622571"/>
            <a:ext cx="4113529" cy="133413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sz="2200" b="1" dirty="0">
                <a:latin typeface="Arial"/>
                <a:cs typeface="Arial"/>
              </a:rPr>
              <a:t>High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accuracy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on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training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data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200" b="1" dirty="0">
                <a:latin typeface="Arial"/>
                <a:cs typeface="Arial"/>
              </a:rPr>
              <a:t>+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low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accuracy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on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testing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data</a:t>
            </a:r>
            <a:endParaRPr sz="22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790"/>
              </a:spcBef>
            </a:pPr>
            <a:r>
              <a:rPr sz="2200" b="1" dirty="0">
                <a:latin typeface="Arial"/>
                <a:cs typeface="Arial"/>
              </a:rPr>
              <a:t>=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overfitting!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550" y="4224337"/>
            <a:ext cx="4743450" cy="2009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5" dirty="0"/>
              <a:t>Combat</a:t>
            </a:r>
            <a:r>
              <a:rPr spc="-100" dirty="0"/>
              <a:t> </a:t>
            </a:r>
            <a:r>
              <a:rPr spc="-200" dirty="0"/>
              <a:t>overfitting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768855"/>
            <a:ext cx="5361940" cy="393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fix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ployomial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regression: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94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Keep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polynomial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degree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low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243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Keep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low</a:t>
            </a:r>
            <a:endParaRPr sz="2400">
              <a:latin typeface="Arial MT"/>
              <a:cs typeface="Arial MT"/>
            </a:endParaRPr>
          </a:p>
          <a:p>
            <a:pPr marL="354965" marR="102870" indent="-342900">
              <a:lnSpc>
                <a:spcPct val="150100"/>
              </a:lnSpc>
              <a:spcBef>
                <a:spcPts val="50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fewer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questions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asks,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more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learn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 MT"/>
                <a:cs typeface="Arial MT"/>
              </a:rPr>
              <a:t>from </a:t>
            </a:r>
            <a:r>
              <a:rPr sz="2400" dirty="0">
                <a:latin typeface="Arial MT"/>
                <a:cs typeface="Arial MT"/>
              </a:rPr>
              <a:t>those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questions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trends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&gt;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recognizing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values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6683" y="2223897"/>
            <a:ext cx="5713095" cy="241020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768855"/>
            <a:ext cx="5501640" cy="3706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classification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metrics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apply: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94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spc="-10" dirty="0">
                <a:latin typeface="Arial MT"/>
                <a:cs typeface="Arial MT"/>
              </a:rPr>
              <a:t>Accuracy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243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spc="-10" dirty="0">
                <a:latin typeface="Arial MT"/>
                <a:cs typeface="Arial MT"/>
              </a:rPr>
              <a:t>Precision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243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spc="-10" dirty="0">
                <a:latin typeface="Arial MT"/>
                <a:cs typeface="Arial MT"/>
              </a:rPr>
              <a:t>Recal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24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spc="-10" dirty="0">
                <a:latin typeface="Arial MT"/>
                <a:cs typeface="Arial MT"/>
              </a:rPr>
              <a:t>Specificity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244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F1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Score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2459" y="2402052"/>
            <a:ext cx="4572000" cy="37147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Random</a:t>
            </a:r>
            <a:r>
              <a:rPr spc="-265" dirty="0"/>
              <a:t> </a:t>
            </a:r>
            <a:r>
              <a:rPr spc="-275" dirty="0"/>
              <a:t>forest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86463"/>
            <a:ext cx="4910455" cy="412115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Extended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decision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tree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Chain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decision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trees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tree: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94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Gets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subset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244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Makes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prediction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9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Majority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vote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regression</a:t>
            </a:r>
            <a:r>
              <a:rPr sz="2400" spc="-10" dirty="0">
                <a:latin typeface="Arial MT"/>
                <a:cs typeface="Arial MT"/>
              </a:rPr>
              <a:t>!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3415" y="914401"/>
            <a:ext cx="6153785" cy="497718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337502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85" dirty="0">
                <a:solidFill>
                  <a:srgbClr val="FFFFFF"/>
                </a:solidFill>
                <a:latin typeface="Verdana"/>
                <a:cs typeface="Verdana"/>
              </a:rPr>
              <a:t>Let’s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5" dirty="0">
                <a:solidFill>
                  <a:srgbClr val="FFFFFF"/>
                </a:solidFill>
                <a:latin typeface="Verdana"/>
                <a:cs typeface="Verdana"/>
              </a:rPr>
              <a:t>jump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70" dirty="0">
                <a:solidFill>
                  <a:srgbClr val="FFFFFF"/>
                </a:solidFill>
                <a:latin typeface="Verdana"/>
                <a:cs typeface="Verdana"/>
              </a:rPr>
              <a:t>into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0" dirty="0">
                <a:solidFill>
                  <a:srgbClr val="FFFFFF"/>
                </a:solidFill>
                <a:latin typeface="Verdana"/>
                <a:cs typeface="Verdana"/>
              </a:rPr>
              <a:t>action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165" dirty="0">
                <a:solidFill>
                  <a:srgbClr val="FFFFFF"/>
                </a:solidFill>
                <a:latin typeface="Verdana"/>
                <a:cs typeface="Verdana"/>
              </a:rPr>
              <a:t>Excercises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5" dirty="0"/>
              <a:t>First,</a:t>
            </a:r>
            <a:r>
              <a:rPr spc="-55" dirty="0"/>
              <a:t> </a:t>
            </a:r>
            <a:r>
              <a:rPr spc="-175" dirty="0"/>
              <a:t>let’s</a:t>
            </a:r>
            <a:r>
              <a:rPr spc="-150" dirty="0"/>
              <a:t> </a:t>
            </a:r>
            <a:r>
              <a:rPr spc="-30" dirty="0"/>
              <a:t>explore</a:t>
            </a:r>
            <a:r>
              <a:rPr spc="-240" dirty="0"/>
              <a:t> </a:t>
            </a:r>
            <a:r>
              <a:rPr spc="-330" dirty="0"/>
              <a:t>this</a:t>
            </a:r>
            <a:r>
              <a:rPr spc="-70" dirty="0"/>
              <a:t> </a:t>
            </a:r>
            <a:r>
              <a:rPr spc="-95" dirty="0"/>
              <a:t>together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464056"/>
            <a:ext cx="9707880" cy="254698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Go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canvas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download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“DSF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05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Decision</a:t>
            </a:r>
            <a:r>
              <a:rPr sz="2100" spc="-9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Trees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Notebook”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Jupyter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CMD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“jupyter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lab”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Or launch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Follow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along!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7153" y="2696603"/>
            <a:ext cx="3225419" cy="32254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4971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Now</a:t>
            </a:r>
            <a:r>
              <a:rPr spc="-190" dirty="0"/>
              <a:t> </a:t>
            </a:r>
            <a:r>
              <a:rPr spc="-285" dirty="0"/>
              <a:t>it’s</a:t>
            </a:r>
            <a:r>
              <a:rPr spc="-75" dirty="0"/>
              <a:t> </a:t>
            </a:r>
            <a:r>
              <a:rPr dirty="0"/>
              <a:t>up</a:t>
            </a:r>
            <a:r>
              <a:rPr spc="-165" dirty="0"/>
              <a:t> </a:t>
            </a:r>
            <a:r>
              <a:rPr spc="-160" dirty="0"/>
              <a:t>to</a:t>
            </a:r>
            <a:r>
              <a:rPr spc="-120" dirty="0"/>
              <a:t> </a:t>
            </a:r>
            <a:r>
              <a:rPr spc="-30" dirty="0"/>
              <a:t>you!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Go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canvas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download</a:t>
            </a:r>
            <a:r>
              <a:rPr spc="-4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notebook</a:t>
            </a:r>
            <a:r>
              <a:rPr spc="-25" dirty="0"/>
              <a:t> </a:t>
            </a:r>
            <a:r>
              <a:rPr dirty="0"/>
              <a:t>“DSF</a:t>
            </a:r>
            <a:r>
              <a:rPr spc="-20" dirty="0"/>
              <a:t> </a:t>
            </a:r>
            <a:r>
              <a:rPr dirty="0"/>
              <a:t>05</a:t>
            </a:r>
            <a:r>
              <a:rPr spc="-25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Decision</a:t>
            </a:r>
            <a:r>
              <a:rPr spc="-95" dirty="0"/>
              <a:t> </a:t>
            </a:r>
            <a:r>
              <a:rPr dirty="0"/>
              <a:t>Trees</a:t>
            </a:r>
            <a:r>
              <a:rPr spc="-20" dirty="0"/>
              <a:t> </a:t>
            </a:r>
            <a:r>
              <a:rPr spc="-10" dirty="0"/>
              <a:t>Exercise”</a:t>
            </a: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Also</a:t>
            </a:r>
            <a:r>
              <a:rPr spc="-40" dirty="0"/>
              <a:t> </a:t>
            </a:r>
            <a:r>
              <a:rPr dirty="0"/>
              <a:t>download</a:t>
            </a:r>
            <a:r>
              <a:rPr spc="-4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csv</a:t>
            </a:r>
            <a:r>
              <a:rPr spc="-25" dirty="0"/>
              <a:t> </a:t>
            </a:r>
            <a:r>
              <a:rPr dirty="0"/>
              <a:t>file</a:t>
            </a:r>
            <a:r>
              <a:rPr spc="-30" dirty="0"/>
              <a:t> </a:t>
            </a:r>
            <a:r>
              <a:rPr dirty="0"/>
              <a:t>called</a:t>
            </a:r>
            <a:r>
              <a:rPr spc="-20" dirty="0"/>
              <a:t> </a:t>
            </a:r>
            <a:r>
              <a:rPr spc="-10" dirty="0"/>
              <a:t>“Wine.csv”</a:t>
            </a: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Place</a:t>
            </a:r>
            <a:r>
              <a:rPr spc="-40" dirty="0"/>
              <a:t> </a:t>
            </a:r>
            <a:r>
              <a:rPr dirty="0"/>
              <a:t>them</a:t>
            </a:r>
            <a:r>
              <a:rPr spc="-5" dirty="0"/>
              <a:t> </a:t>
            </a:r>
            <a:r>
              <a:rPr dirty="0"/>
              <a:t>in the</a:t>
            </a:r>
            <a:r>
              <a:rPr spc="-15" dirty="0"/>
              <a:t> </a:t>
            </a:r>
            <a:r>
              <a:rPr dirty="0"/>
              <a:t>same</a:t>
            </a:r>
            <a:r>
              <a:rPr spc="-15" dirty="0"/>
              <a:t> </a:t>
            </a:r>
            <a:r>
              <a:rPr spc="-10" dirty="0"/>
              <a:t>directory</a:t>
            </a: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Open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notebook</a:t>
            </a:r>
            <a:r>
              <a:rPr spc="-4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Jupyter</a:t>
            </a:r>
          </a:p>
          <a:p>
            <a:pPr marL="715010" lvl="1" indent="-342900">
              <a:lnSpc>
                <a:spcPct val="100000"/>
              </a:lnSpc>
              <a:spcBef>
                <a:spcPts val="17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CMD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“jupyter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lab”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Or launch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Go</a:t>
            </a:r>
            <a:r>
              <a:rPr spc="-35" dirty="0"/>
              <a:t> </a:t>
            </a:r>
            <a:r>
              <a:rPr dirty="0"/>
              <a:t>through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notebook</a:t>
            </a:r>
            <a:r>
              <a:rPr spc="-3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make</a:t>
            </a:r>
            <a:r>
              <a:rPr spc="-3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excercises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I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don’t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bite,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ask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any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questions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you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have!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0813" y="2621927"/>
            <a:ext cx="3713099" cy="32405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899</Words>
  <Application>Microsoft Office PowerPoint</Application>
  <PresentationFormat>Widescreen</PresentationFormat>
  <Paragraphs>153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Arial MT</vt:lpstr>
      <vt:lpstr>Symbol</vt:lpstr>
      <vt:lpstr>Tahoma</vt:lpstr>
      <vt:lpstr>Times New Roman</vt:lpstr>
      <vt:lpstr>Verdana</vt:lpstr>
      <vt:lpstr>Wingdings</vt:lpstr>
      <vt:lpstr>Office Theme</vt:lpstr>
      <vt:lpstr>Data Science Fundamentals Decision Trees</vt:lpstr>
      <vt:lpstr>Before we get started… Practicalities</vt:lpstr>
      <vt:lpstr>Learning objectives</vt:lpstr>
      <vt:lpstr>Course material</vt:lpstr>
      <vt:lpstr>Course breakdown</vt:lpstr>
      <vt:lpstr>Is it difficult to pass?</vt:lpstr>
      <vt:lpstr>How to be an ideal student</vt:lpstr>
      <vt:lpstr>Syllabus</vt:lpstr>
      <vt:lpstr>Now we get to the fun part Decision Trees</vt:lpstr>
      <vt:lpstr>Decision trees</vt:lpstr>
      <vt:lpstr>Terminology</vt:lpstr>
      <vt:lpstr>Inner workings</vt:lpstr>
      <vt:lpstr>Overfitting</vt:lpstr>
      <vt:lpstr>Recognize overfitting</vt:lpstr>
      <vt:lpstr>Combat overfitting</vt:lpstr>
      <vt:lpstr>Metrics</vt:lpstr>
      <vt:lpstr>Random forest</vt:lpstr>
      <vt:lpstr>Let’s jump into action Excercises</vt:lpstr>
      <vt:lpstr>First, let’s explore this together</vt:lpstr>
      <vt:lpstr>Now it’s up to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Jamey Verlinden</cp:lastModifiedBy>
  <cp:revision>1</cp:revision>
  <dcterms:created xsi:type="dcterms:W3CDTF">2026-03-09T13:02:15Z</dcterms:created>
  <dcterms:modified xsi:type="dcterms:W3CDTF">2026-03-09T15:59:43Z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2026-03-09T00:00:00Z</vt:filetime>
  </property>
  <property fmtid="{D5CDD505-2E9C-101B-9397-08002B2CF9AE}" pid="5" name="MSIP_Label_f2e03a6a-a981-4b85-a1ed-8702243fff7b_ActionId">
    <vt:lpwstr>daf92c13-dc3c-4452-aede-ebe06e68c4a1</vt:lpwstr>
  </property>
  <property fmtid="{D5CDD505-2E9C-101B-9397-08002B2CF9AE}" pid="6" name="MSIP_Label_f2e03a6a-a981-4b85-a1ed-8702243fff7b_ContentBits">
    <vt:lpwstr>0</vt:lpwstr>
  </property>
  <property fmtid="{D5CDD505-2E9C-101B-9397-08002B2CF9AE}" pid="7" name="MSIP_Label_f2e03a6a-a981-4b85-a1ed-8702243fff7b_Enabled">
    <vt:lpwstr>true</vt:lpwstr>
  </property>
  <property fmtid="{D5CDD505-2E9C-101B-9397-08002B2CF9AE}" pid="8" name="MSIP_Label_f2e03a6a-a981-4b85-a1ed-8702243fff7b_Method">
    <vt:lpwstr>Privileged</vt:lpwstr>
  </property>
  <property fmtid="{D5CDD505-2E9C-101B-9397-08002B2CF9AE}" pid="9" name="MSIP_Label_f2e03a6a-a981-4b85-a1ed-8702243fff7b_Name">
    <vt:lpwstr>Personeel TM</vt:lpwstr>
  </property>
  <property fmtid="{D5CDD505-2E9C-101B-9397-08002B2CF9AE}" pid="10" name="MSIP_Label_f2e03a6a-a981-4b85-a1ed-8702243fff7b_SetDate">
    <vt:lpwstr>2024-09-24T06:12:20Z</vt:lpwstr>
  </property>
  <property fmtid="{D5CDD505-2E9C-101B-9397-08002B2CF9AE}" pid="11" name="MSIP_Label_f2e03a6a-a981-4b85-a1ed-8702243fff7b_SiteId">
    <vt:lpwstr>77d33cc5-c9b4-4766-95c7-ed5b515e1cce</vt:lpwstr>
  </property>
  <property fmtid="{D5CDD505-2E9C-101B-9397-08002B2CF9AE}" pid="12" name="Producer">
    <vt:lpwstr>Microsoft® PowerPoint® for Microsoft 365</vt:lpwstr>
  </property>
</Properties>
</file>